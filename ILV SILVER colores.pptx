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 marL="0" marR="0" indent="0" algn="l" defTabSz="673547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326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45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31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entury Gothic"/>
        <a:ea typeface="Century Gothic"/>
        <a:cs typeface="Century Gothic"/>
        <a:sym typeface="Century Gothic"/>
      </a:defRPr>
    </a:lvl1pPr>
    <a:lvl2pPr marL="0" marR="0" indent="336774" algn="l" defTabSz="845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31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entury Gothic"/>
        <a:ea typeface="Century Gothic"/>
        <a:cs typeface="Century Gothic"/>
        <a:sym typeface="Century Gothic"/>
      </a:defRPr>
    </a:lvl2pPr>
    <a:lvl3pPr marL="0" marR="0" indent="673547" algn="l" defTabSz="845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31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entury Gothic"/>
        <a:ea typeface="Century Gothic"/>
        <a:cs typeface="Century Gothic"/>
        <a:sym typeface="Century Gothic"/>
      </a:defRPr>
    </a:lvl3pPr>
    <a:lvl4pPr marL="0" marR="0" indent="1010321" algn="l" defTabSz="845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31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entury Gothic"/>
        <a:ea typeface="Century Gothic"/>
        <a:cs typeface="Century Gothic"/>
        <a:sym typeface="Century Gothic"/>
      </a:defRPr>
    </a:lvl4pPr>
    <a:lvl5pPr marL="0" marR="0" indent="1347094" algn="l" defTabSz="845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31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entury Gothic"/>
        <a:ea typeface="Century Gothic"/>
        <a:cs typeface="Century Gothic"/>
        <a:sym typeface="Century Gothic"/>
      </a:defRPr>
    </a:lvl5pPr>
    <a:lvl6pPr marL="0" marR="0" indent="1683868" algn="l" defTabSz="845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31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entury Gothic"/>
        <a:ea typeface="Century Gothic"/>
        <a:cs typeface="Century Gothic"/>
        <a:sym typeface="Century Gothic"/>
      </a:defRPr>
    </a:lvl6pPr>
    <a:lvl7pPr marL="0" marR="0" indent="2020641" algn="l" defTabSz="845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31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entury Gothic"/>
        <a:ea typeface="Century Gothic"/>
        <a:cs typeface="Century Gothic"/>
        <a:sym typeface="Century Gothic"/>
      </a:defRPr>
    </a:lvl7pPr>
    <a:lvl8pPr marL="0" marR="0" indent="2357415" algn="l" defTabSz="845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31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entury Gothic"/>
        <a:ea typeface="Century Gothic"/>
        <a:cs typeface="Century Gothic"/>
        <a:sym typeface="Century Gothic"/>
      </a:defRPr>
    </a:lvl8pPr>
    <a:lvl9pPr marL="0" marR="0" indent="2694188" algn="l" defTabSz="845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31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entury Gothic"/>
        <a:ea typeface="Century Gothic"/>
        <a:cs typeface="Century Gothic"/>
        <a:sym typeface="Century Gothic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pos="4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8D2B"/>
    <a:srgbClr val="ED4C98"/>
    <a:srgbClr val="9ACA00"/>
    <a:srgbClr val="4C89A7"/>
    <a:srgbClr val="D4BF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82754" autoAdjust="0"/>
  </p:normalViewPr>
  <p:slideViewPr>
    <p:cSldViewPr snapToGrid="0" snapToObjects="1" showGuides="1">
      <p:cViewPr>
        <p:scale>
          <a:sx n="100" d="100"/>
          <a:sy n="100" d="100"/>
        </p:scale>
        <p:origin x="27" y="-57"/>
      </p:cViewPr>
      <p:guideLst>
        <p:guide orient="horz" pos="2160"/>
        <p:guide pos="7242"/>
        <p:guide pos="43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18T10:41:14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3E96D0-B01E-4D29-B977-3206005E3D20}" type="datetimeFigureOut">
              <a:rPr lang="en-GB" smtClean="0"/>
              <a:t>22/02/2021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5A5AA1-A131-41BC-A50D-E61DB6D34AC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50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A5AA1-A131-41BC-A50D-E61DB6D34AC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93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">
            <a:extLst>
              <a:ext uri="{FF2B5EF4-FFF2-40B4-BE49-F238E27FC236}">
                <a16:creationId xmlns:a16="http://schemas.microsoft.com/office/drawing/2014/main" id="{5DB80CEE-743A-BA43-B80E-29F4A91A1D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46406" y="588301"/>
            <a:ext cx="2197115" cy="480619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PRIVATE &amp; CONFIDENCIAL…">
            <a:extLst>
              <a:ext uri="{FF2B5EF4-FFF2-40B4-BE49-F238E27FC236}">
                <a16:creationId xmlns:a16="http://schemas.microsoft.com/office/drawing/2014/main" id="{B2BAD93F-CE6A-C247-B661-BF9E6E2FAB50}"/>
              </a:ext>
            </a:extLst>
          </p:cNvPr>
          <p:cNvSpPr txBox="1"/>
          <p:nvPr/>
        </p:nvSpPr>
        <p:spPr>
          <a:xfrm>
            <a:off x="7401579" y="3485734"/>
            <a:ext cx="4141942" cy="167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7734" tIns="27734" rIns="27734" bIns="27734" anchor="ctr">
            <a:spAutoFit/>
          </a:bodyPr>
          <a:lstStyle/>
          <a:p>
            <a:pPr algn="r" defTabSz="497739">
              <a:defRPr cap="all" spc="-42">
                <a:solidFill>
                  <a:srgbClr val="CBB946"/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lang="es-ES" sz="725" cap="none" spc="0" dirty="0" err="1">
                <a:latin typeface="NeueHaasUnicaW06-Bold" panose="020B0804030206020203" pitchFamily="34" charset="0"/>
              </a:rPr>
              <a:t>Private</a:t>
            </a:r>
            <a:r>
              <a:rPr lang="es-ES" sz="725" cap="none" spc="0" dirty="0">
                <a:latin typeface="NeueHaasUnicaW06-Bold" panose="020B0804030206020203" pitchFamily="34" charset="0"/>
              </a:rPr>
              <a:t> &amp; </a:t>
            </a:r>
            <a:r>
              <a:rPr lang="es-ES" sz="725" cap="none" spc="0" dirty="0" err="1">
                <a:latin typeface="NeueHaasUnicaW06-Bold" panose="020B0804030206020203" pitchFamily="34" charset="0"/>
              </a:rPr>
              <a:t>Confidential</a:t>
            </a:r>
            <a:endParaRPr lang="es-ES" sz="725" cap="none" spc="0" dirty="0">
              <a:latin typeface="NeueHaasUnicaW06-Bold" panose="020B0804030206020203" pitchFamily="34" charset="0"/>
            </a:endParaRPr>
          </a:p>
        </p:txBody>
      </p:sp>
      <p:sp>
        <p:nvSpPr>
          <p:cNvPr id="19" name="Título 35">
            <a:extLst>
              <a:ext uri="{FF2B5EF4-FFF2-40B4-BE49-F238E27FC236}">
                <a16:creationId xmlns:a16="http://schemas.microsoft.com/office/drawing/2014/main" id="{FD4A2C9D-C3F8-634D-AD3D-92083D77F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8114" y="4136582"/>
            <a:ext cx="5175408" cy="491800"/>
          </a:xfrm>
          <a:prstGeom prst="rect">
            <a:avLst/>
          </a:prstGeom>
        </p:spPr>
        <p:txBody>
          <a:bodyPr/>
          <a:lstStyle>
            <a:lvl1pPr algn="r">
              <a:defRPr sz="2531" b="0" i="0">
                <a:solidFill>
                  <a:srgbClr val="CFB923"/>
                </a:solidFill>
                <a:latin typeface="Interstate ExLight" pitchFamily="2" charset="77"/>
              </a:defRPr>
            </a:lvl1pPr>
          </a:lstStyle>
          <a:p>
            <a:r>
              <a:rPr lang="es-ES" dirty="0"/>
              <a:t>PROYECT NAME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BEBC6504-7972-1649-8710-2E2E74F66ADC}"/>
              </a:ext>
            </a:extLst>
          </p:cNvPr>
          <p:cNvSpPr txBox="1">
            <a:spLocks/>
          </p:cNvSpPr>
          <p:nvPr/>
        </p:nvSpPr>
        <p:spPr>
          <a:xfrm>
            <a:off x="6493202" y="4902978"/>
            <a:ext cx="5050319" cy="32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877" tIns="44877" rIns="44877" bIns="44877" anchor="t">
            <a:normAutofit lnSpcReduction="10000"/>
          </a:bodyPr>
          <a:lstStyle>
            <a:lvl1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  <a:lvl2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2pPr>
            <a:lvl3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3pPr>
            <a:lvl4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4pPr>
            <a:lvl5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5pPr>
            <a:lvl6pPr marL="0" marR="0" indent="4572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6pPr>
            <a:lvl7pPr marL="0" marR="0" indent="9144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7pPr>
            <a:lvl8pPr marL="0" marR="0" indent="13716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8pPr>
            <a:lvl9pPr marL="0" marR="0" indent="18288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9pPr>
          </a:lstStyle>
          <a:p>
            <a:pPr algn="r" hangingPunct="1"/>
            <a:r>
              <a:rPr lang="es-ES" sz="1687" b="0" dirty="0" err="1">
                <a:solidFill>
                  <a:schemeClr val="bg1"/>
                </a:solidFill>
                <a:latin typeface="NeueHaasUnicaW06-Bold" panose="020B0804030206020203" pitchFamily="34" charset="0"/>
              </a:rPr>
              <a:t>Due</a:t>
            </a:r>
            <a:r>
              <a:rPr lang="es-ES" sz="1687" b="0" dirty="0">
                <a:solidFill>
                  <a:schemeClr val="bg1"/>
                </a:solidFill>
                <a:latin typeface="NeueHaasUnicaW06-Bold" panose="020B0804030206020203" pitchFamily="34" charset="0"/>
              </a:rPr>
              <a:t> </a:t>
            </a:r>
            <a:r>
              <a:rPr lang="es-ES" sz="1687" b="0" dirty="0" err="1">
                <a:solidFill>
                  <a:schemeClr val="bg1"/>
                </a:solidFill>
                <a:latin typeface="NeueHaasUnicaW06-Bold" panose="020B0804030206020203" pitchFamily="34" charset="0"/>
              </a:rPr>
              <a:t>Diligence</a:t>
            </a:r>
            <a:r>
              <a:rPr lang="es-ES" sz="1687" b="0" dirty="0">
                <a:solidFill>
                  <a:schemeClr val="bg1"/>
                </a:solidFill>
                <a:latin typeface="NeueHaasUnicaW06-Bold" panose="020B0804030206020203" pitchFamily="34" charset="0"/>
              </a:rPr>
              <a:t> </a:t>
            </a:r>
            <a:r>
              <a:rPr lang="es-ES" sz="1687" b="0" dirty="0" err="1">
                <a:solidFill>
                  <a:schemeClr val="bg1"/>
                </a:solidFill>
                <a:latin typeface="NeueHaasUnicaW06-Bold" panose="020B0804030206020203" pitchFamily="34" charset="0"/>
              </a:rPr>
              <a:t>Report</a:t>
            </a:r>
            <a:endParaRPr lang="es-ES" sz="1687" b="0" dirty="0">
              <a:solidFill>
                <a:schemeClr val="bg1"/>
              </a:solidFill>
              <a:latin typeface="NeueHaasUnicaW06-Bold" panose="020B0804030206020203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07E5D57-1BFC-E848-850E-0883C602E0E0}"/>
              </a:ext>
            </a:extLst>
          </p:cNvPr>
          <p:cNvSpPr txBox="1"/>
          <p:nvPr/>
        </p:nvSpPr>
        <p:spPr>
          <a:xfrm>
            <a:off x="9490544" y="5954198"/>
            <a:ext cx="2052977" cy="232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984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NeueHaasUnicaW06-Light" panose="020B0404030206020203" pitchFamily="34" charset="0"/>
                <a:ea typeface="Century Gothic"/>
                <a:cs typeface="Century Gothic"/>
                <a:sym typeface="Century Gothic"/>
              </a:rPr>
              <a:t>January</a:t>
            </a:r>
            <a:r>
              <a:rPr kumimoji="0" lang="es-ES" sz="984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NeueHaasUnicaW06-Light" panose="020B0404030206020203" pitchFamily="34" charset="0"/>
                <a:ea typeface="Century Gothic"/>
                <a:cs typeface="Century Gothic"/>
                <a:sym typeface="Century Gothic"/>
              </a:rPr>
              <a:t> 2021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8458B2F-7ACA-784F-885A-062249BF5D3F}"/>
              </a:ext>
            </a:extLst>
          </p:cNvPr>
          <p:cNvSpPr/>
          <p:nvPr/>
        </p:nvSpPr>
        <p:spPr>
          <a:xfrm>
            <a:off x="10095690" y="6187151"/>
            <a:ext cx="1447832" cy="2005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703" b="0" i="0" dirty="0">
                <a:solidFill>
                  <a:srgbClr val="CFB923"/>
                </a:solidFill>
                <a:latin typeface="Interstate Light" pitchFamily="2" charset="77"/>
              </a:rPr>
              <a:t>DRAFT SUBJECT TO CHANGES</a:t>
            </a:r>
          </a:p>
        </p:txBody>
      </p:sp>
      <p:sp>
        <p:nvSpPr>
          <p:cNvPr id="23" name="Marcador de texto 3">
            <a:extLst>
              <a:ext uri="{FF2B5EF4-FFF2-40B4-BE49-F238E27FC236}">
                <a16:creationId xmlns:a16="http://schemas.microsoft.com/office/drawing/2014/main" id="{7F196671-0183-0542-AABB-07DFC210F2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68769" y="4619453"/>
            <a:ext cx="5174753" cy="327595"/>
          </a:xfrm>
          <a:prstGeom prst="rect">
            <a:avLst/>
          </a:prstGeom>
        </p:spPr>
        <p:txBody>
          <a:bodyPr anchor="t"/>
          <a:lstStyle>
            <a:lvl1pPr marL="0" indent="0" algn="r">
              <a:buFontTx/>
              <a:buNone/>
              <a:defRPr sz="1687">
                <a:latin typeface="NeueHaasUnicaW06-Bold" panose="020B0804030206020203" pitchFamily="34" charset="0"/>
              </a:defRPr>
            </a:lvl1pPr>
            <a:lvl2pPr algn="r">
              <a:defRPr sz="1969">
                <a:latin typeface="NeueHaasUnicaW06-Bold" panose="020B0804030206020203" pitchFamily="34" charset="0"/>
              </a:defRPr>
            </a:lvl2pPr>
            <a:lvl3pPr algn="r">
              <a:defRPr sz="1969">
                <a:latin typeface="NeueHaasUnicaW06-Bold" panose="020B0804030206020203" pitchFamily="34" charset="0"/>
              </a:defRPr>
            </a:lvl3pPr>
            <a:lvl4pPr algn="r">
              <a:defRPr sz="1969">
                <a:latin typeface="NeueHaasUnicaW06-Bold" panose="020B0804030206020203" pitchFamily="34" charset="0"/>
              </a:defRPr>
            </a:lvl4pPr>
            <a:lvl5pPr algn="r">
              <a:defRPr sz="1969">
                <a:latin typeface="NeueHaasUnicaW06-Bold" panose="020B0804030206020203" pitchFamily="34" charset="0"/>
              </a:defRPr>
            </a:lvl5pPr>
          </a:lstStyle>
          <a:p>
            <a:pPr lvl="0"/>
            <a:r>
              <a:rPr lang="es-ES" dirty="0" err="1"/>
              <a:t>Financial</a:t>
            </a:r>
            <a:r>
              <a:rPr lang="es-ES" dirty="0"/>
              <a:t>, </a:t>
            </a:r>
            <a:r>
              <a:rPr lang="es-ES" dirty="0" err="1"/>
              <a:t>Tax</a:t>
            </a:r>
            <a:r>
              <a:rPr lang="es-ES" dirty="0"/>
              <a:t>, Legal, </a:t>
            </a:r>
            <a:r>
              <a:rPr lang="es-ES" dirty="0" err="1"/>
              <a:t>Labour</a:t>
            </a:r>
            <a:r>
              <a:rPr lang="es-ES" dirty="0"/>
              <a:t> &amp; IT</a:t>
            </a:r>
          </a:p>
        </p:txBody>
      </p:sp>
    </p:spTree>
    <p:extLst>
      <p:ext uri="{BB962C8B-B14F-4D97-AF65-F5344CB8AC3E}">
        <p14:creationId xmlns:p14="http://schemas.microsoft.com/office/powerpoint/2010/main" val="30060338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DA822345-9A7A-0840-9908-396462E80EC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8229"/>
            <a:ext cx="4740852" cy="6866229"/>
          </a:xfrm>
          <a:prstGeom prst="rect">
            <a:avLst/>
          </a:prstGeom>
        </p:spPr>
      </p:pic>
      <p:pic>
        <p:nvPicPr>
          <p:cNvPr id="20" name="Imagen">
            <a:extLst>
              <a:ext uri="{FF2B5EF4-FFF2-40B4-BE49-F238E27FC236}">
                <a16:creationId xmlns:a16="http://schemas.microsoft.com/office/drawing/2014/main" id="{E82E8DE0-F1CA-764A-9994-F6CE82F5D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46406" y="588301"/>
            <a:ext cx="2197115" cy="480619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PRIVATE &amp; CONFIDENCIAL…">
            <a:extLst>
              <a:ext uri="{FF2B5EF4-FFF2-40B4-BE49-F238E27FC236}">
                <a16:creationId xmlns:a16="http://schemas.microsoft.com/office/drawing/2014/main" id="{EB8531C4-715B-3141-998F-B29370F038A3}"/>
              </a:ext>
            </a:extLst>
          </p:cNvPr>
          <p:cNvSpPr txBox="1"/>
          <p:nvPr/>
        </p:nvSpPr>
        <p:spPr>
          <a:xfrm>
            <a:off x="7401579" y="3485734"/>
            <a:ext cx="4141942" cy="167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7734" tIns="27734" rIns="27734" bIns="27734" anchor="ctr">
            <a:spAutoFit/>
          </a:bodyPr>
          <a:lstStyle/>
          <a:p>
            <a:pPr algn="r" defTabSz="497739">
              <a:defRPr cap="all" spc="-42">
                <a:solidFill>
                  <a:srgbClr val="CBB946"/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lang="es-ES" sz="725" cap="none" spc="0" dirty="0" err="1">
                <a:latin typeface="NeueHaasUnicaW06-Bold" panose="020B0804030206020203" pitchFamily="34" charset="0"/>
              </a:rPr>
              <a:t>Private</a:t>
            </a:r>
            <a:r>
              <a:rPr lang="es-ES" sz="725" cap="none" spc="0" dirty="0">
                <a:latin typeface="NeueHaasUnicaW06-Bold" panose="020B0804030206020203" pitchFamily="34" charset="0"/>
              </a:rPr>
              <a:t> &amp; </a:t>
            </a:r>
            <a:r>
              <a:rPr lang="es-ES" sz="725" cap="none" spc="0" dirty="0" err="1">
                <a:latin typeface="NeueHaasUnicaW06-Bold" panose="020B0804030206020203" pitchFamily="34" charset="0"/>
              </a:rPr>
              <a:t>Confidential</a:t>
            </a:r>
            <a:endParaRPr lang="es-ES" sz="725" cap="none" spc="0" dirty="0">
              <a:latin typeface="NeueHaasUnicaW06-Bold" panose="020B0804030206020203" pitchFamily="34" charset="0"/>
            </a:endParaRPr>
          </a:p>
        </p:txBody>
      </p:sp>
      <p:sp>
        <p:nvSpPr>
          <p:cNvPr id="22" name="Título 35">
            <a:extLst>
              <a:ext uri="{FF2B5EF4-FFF2-40B4-BE49-F238E27FC236}">
                <a16:creationId xmlns:a16="http://schemas.microsoft.com/office/drawing/2014/main" id="{12224E77-7824-004E-B874-75F0561049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8114" y="4136582"/>
            <a:ext cx="5175408" cy="491800"/>
          </a:xfrm>
          <a:prstGeom prst="rect">
            <a:avLst/>
          </a:prstGeom>
        </p:spPr>
        <p:txBody>
          <a:bodyPr/>
          <a:lstStyle>
            <a:lvl1pPr algn="r">
              <a:defRPr sz="2531" b="0" i="0">
                <a:solidFill>
                  <a:srgbClr val="CFB923"/>
                </a:solidFill>
                <a:latin typeface="Interstate ExLight" pitchFamily="2" charset="77"/>
              </a:defRPr>
            </a:lvl1pPr>
          </a:lstStyle>
          <a:p>
            <a:r>
              <a:rPr lang="es-ES" dirty="0"/>
              <a:t>PROYECT NAME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CF823623-4B35-C547-AB19-E6E0596AB55C}"/>
              </a:ext>
            </a:extLst>
          </p:cNvPr>
          <p:cNvSpPr txBox="1">
            <a:spLocks/>
          </p:cNvSpPr>
          <p:nvPr/>
        </p:nvSpPr>
        <p:spPr>
          <a:xfrm>
            <a:off x="6493202" y="4902978"/>
            <a:ext cx="5050319" cy="32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877" tIns="44877" rIns="44877" bIns="44877" anchor="t">
            <a:normAutofit lnSpcReduction="10000"/>
          </a:bodyPr>
          <a:lstStyle>
            <a:lvl1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  <a:lvl2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2pPr>
            <a:lvl3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3pPr>
            <a:lvl4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4pPr>
            <a:lvl5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5pPr>
            <a:lvl6pPr marL="0" marR="0" indent="4572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6pPr>
            <a:lvl7pPr marL="0" marR="0" indent="9144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7pPr>
            <a:lvl8pPr marL="0" marR="0" indent="13716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8pPr>
            <a:lvl9pPr marL="0" marR="0" indent="18288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9pPr>
          </a:lstStyle>
          <a:p>
            <a:pPr algn="r" hangingPunct="1"/>
            <a:r>
              <a:rPr lang="es-ES" sz="1687" b="0" dirty="0" err="1">
                <a:solidFill>
                  <a:schemeClr val="bg1"/>
                </a:solidFill>
                <a:latin typeface="NeueHaasUnicaW06-Bold" panose="020B0804030206020203" pitchFamily="34" charset="0"/>
              </a:rPr>
              <a:t>Due</a:t>
            </a:r>
            <a:r>
              <a:rPr lang="es-ES" sz="1687" b="0" dirty="0">
                <a:solidFill>
                  <a:schemeClr val="bg1"/>
                </a:solidFill>
                <a:latin typeface="NeueHaasUnicaW06-Bold" panose="020B0804030206020203" pitchFamily="34" charset="0"/>
              </a:rPr>
              <a:t> </a:t>
            </a:r>
            <a:r>
              <a:rPr lang="es-ES" sz="1687" b="0" dirty="0" err="1">
                <a:solidFill>
                  <a:schemeClr val="bg1"/>
                </a:solidFill>
                <a:latin typeface="NeueHaasUnicaW06-Bold" panose="020B0804030206020203" pitchFamily="34" charset="0"/>
              </a:rPr>
              <a:t>Diligence</a:t>
            </a:r>
            <a:r>
              <a:rPr lang="es-ES" sz="1687" b="0" dirty="0">
                <a:solidFill>
                  <a:schemeClr val="bg1"/>
                </a:solidFill>
                <a:latin typeface="NeueHaasUnicaW06-Bold" panose="020B0804030206020203" pitchFamily="34" charset="0"/>
              </a:rPr>
              <a:t> </a:t>
            </a:r>
            <a:r>
              <a:rPr lang="es-ES" sz="1687" b="0" dirty="0" err="1">
                <a:solidFill>
                  <a:schemeClr val="bg1"/>
                </a:solidFill>
                <a:latin typeface="NeueHaasUnicaW06-Bold" panose="020B0804030206020203" pitchFamily="34" charset="0"/>
              </a:rPr>
              <a:t>Report</a:t>
            </a:r>
            <a:endParaRPr lang="es-ES" sz="1687" b="0" dirty="0">
              <a:solidFill>
                <a:schemeClr val="bg1"/>
              </a:solidFill>
              <a:latin typeface="NeueHaasUnicaW06-Bold" panose="020B0804030206020203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84042C2-73B4-E347-AAA5-3833DCD28B5B}"/>
              </a:ext>
            </a:extLst>
          </p:cNvPr>
          <p:cNvSpPr txBox="1"/>
          <p:nvPr/>
        </p:nvSpPr>
        <p:spPr>
          <a:xfrm>
            <a:off x="9490544" y="5954198"/>
            <a:ext cx="2052977" cy="232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984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NeueHaasUnicaW06-Light" panose="020B0404030206020203" pitchFamily="34" charset="0"/>
                <a:ea typeface="Century Gothic"/>
                <a:cs typeface="Century Gothic"/>
                <a:sym typeface="Century Gothic"/>
              </a:rPr>
              <a:t>January</a:t>
            </a:r>
            <a:r>
              <a:rPr kumimoji="0" lang="es-ES" sz="984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NeueHaasUnicaW06-Light" panose="020B0404030206020203" pitchFamily="34" charset="0"/>
                <a:ea typeface="Century Gothic"/>
                <a:cs typeface="Century Gothic"/>
                <a:sym typeface="Century Gothic"/>
              </a:rPr>
              <a:t> 2021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B62536D-FA6F-C045-AD90-AC09B9522023}"/>
              </a:ext>
            </a:extLst>
          </p:cNvPr>
          <p:cNvSpPr/>
          <p:nvPr/>
        </p:nvSpPr>
        <p:spPr>
          <a:xfrm>
            <a:off x="10095690" y="6187151"/>
            <a:ext cx="1447832" cy="2005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703" b="0" i="0" dirty="0">
                <a:solidFill>
                  <a:srgbClr val="CFB923"/>
                </a:solidFill>
                <a:latin typeface="Interstate Light" pitchFamily="2" charset="77"/>
              </a:rPr>
              <a:t>DRAFT SUBJECT TO CHANGES</a:t>
            </a:r>
          </a:p>
        </p:txBody>
      </p: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4A94460D-A3FD-E943-B4E8-C22034A051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68769" y="4619453"/>
            <a:ext cx="5174753" cy="327595"/>
          </a:xfrm>
          <a:prstGeom prst="rect">
            <a:avLst/>
          </a:prstGeom>
        </p:spPr>
        <p:txBody>
          <a:bodyPr anchor="t"/>
          <a:lstStyle>
            <a:lvl1pPr marL="0" indent="0" algn="r">
              <a:buFontTx/>
              <a:buNone/>
              <a:defRPr sz="1687">
                <a:latin typeface="NeueHaasUnicaW06-Bold" panose="020B0804030206020203" pitchFamily="34" charset="0"/>
              </a:defRPr>
            </a:lvl1pPr>
            <a:lvl2pPr algn="r">
              <a:defRPr sz="1969">
                <a:latin typeface="NeueHaasUnicaW06-Bold" panose="020B0804030206020203" pitchFamily="34" charset="0"/>
              </a:defRPr>
            </a:lvl2pPr>
            <a:lvl3pPr algn="r">
              <a:defRPr sz="1969">
                <a:latin typeface="NeueHaasUnicaW06-Bold" panose="020B0804030206020203" pitchFamily="34" charset="0"/>
              </a:defRPr>
            </a:lvl3pPr>
            <a:lvl4pPr algn="r">
              <a:defRPr sz="1969">
                <a:latin typeface="NeueHaasUnicaW06-Bold" panose="020B0804030206020203" pitchFamily="34" charset="0"/>
              </a:defRPr>
            </a:lvl4pPr>
            <a:lvl5pPr algn="r">
              <a:defRPr sz="1969">
                <a:latin typeface="NeueHaasUnicaW06-Bold" panose="020B0804030206020203" pitchFamily="34" charset="0"/>
              </a:defRPr>
            </a:lvl5pPr>
          </a:lstStyle>
          <a:p>
            <a:pPr lvl="0"/>
            <a:r>
              <a:rPr lang="es-ES" dirty="0" err="1"/>
              <a:t>Financial</a:t>
            </a:r>
            <a:r>
              <a:rPr lang="es-ES" dirty="0"/>
              <a:t>, </a:t>
            </a:r>
            <a:r>
              <a:rPr lang="es-ES" dirty="0" err="1"/>
              <a:t>Tax</a:t>
            </a:r>
            <a:r>
              <a:rPr lang="es-ES" dirty="0"/>
              <a:t>, Legal, </a:t>
            </a:r>
            <a:r>
              <a:rPr lang="es-ES" dirty="0" err="1"/>
              <a:t>Labour</a:t>
            </a:r>
            <a:r>
              <a:rPr lang="es-ES" dirty="0"/>
              <a:t> &amp; IT</a:t>
            </a:r>
          </a:p>
        </p:txBody>
      </p:sp>
    </p:spTree>
    <p:extLst>
      <p:ext uri="{BB962C8B-B14F-4D97-AF65-F5344CB8AC3E}">
        <p14:creationId xmlns:p14="http://schemas.microsoft.com/office/powerpoint/2010/main" val="17327723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de images black and white architecture ">
            <a:extLst>
              <a:ext uri="{FF2B5EF4-FFF2-40B4-BE49-F238E27FC236}">
                <a16:creationId xmlns:a16="http://schemas.microsoft.com/office/drawing/2014/main" id="{02E7796E-573B-2848-BC43-771DCFFDD8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"/>
            <a:ext cx="474612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" descr="Imagen">
            <a:extLst>
              <a:ext uri="{FF2B5EF4-FFF2-40B4-BE49-F238E27FC236}">
                <a16:creationId xmlns:a16="http://schemas.microsoft.com/office/drawing/2014/main" id="{4C961B7D-C1A9-B24F-BB0F-7283E7FD11C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19" y="-8229"/>
            <a:ext cx="3601233" cy="6866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n">
            <a:extLst>
              <a:ext uri="{FF2B5EF4-FFF2-40B4-BE49-F238E27FC236}">
                <a16:creationId xmlns:a16="http://schemas.microsoft.com/office/drawing/2014/main" id="{B37FB9CE-ED4F-7946-90B0-D4A5E205A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46406" y="588301"/>
            <a:ext cx="2197115" cy="480619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PRIVATE &amp; CONFIDENCIAL…">
            <a:extLst>
              <a:ext uri="{FF2B5EF4-FFF2-40B4-BE49-F238E27FC236}">
                <a16:creationId xmlns:a16="http://schemas.microsoft.com/office/drawing/2014/main" id="{A458338B-F271-D746-A685-23BA2E47213A}"/>
              </a:ext>
            </a:extLst>
          </p:cNvPr>
          <p:cNvSpPr txBox="1"/>
          <p:nvPr/>
        </p:nvSpPr>
        <p:spPr>
          <a:xfrm>
            <a:off x="7401579" y="3485734"/>
            <a:ext cx="4141942" cy="167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7734" tIns="27734" rIns="27734" bIns="27734" anchor="ctr">
            <a:spAutoFit/>
          </a:bodyPr>
          <a:lstStyle/>
          <a:p>
            <a:pPr algn="r" defTabSz="497739">
              <a:defRPr cap="all" spc="-42">
                <a:solidFill>
                  <a:srgbClr val="CBB946"/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lang="es-ES" sz="725" cap="none" spc="0" dirty="0" err="1">
                <a:latin typeface="NeueHaasUnicaW06-Bold" panose="020B0804030206020203" pitchFamily="34" charset="0"/>
              </a:rPr>
              <a:t>Private</a:t>
            </a:r>
            <a:r>
              <a:rPr lang="es-ES" sz="725" cap="none" spc="0" dirty="0">
                <a:latin typeface="NeueHaasUnicaW06-Bold" panose="020B0804030206020203" pitchFamily="34" charset="0"/>
              </a:rPr>
              <a:t> &amp; </a:t>
            </a:r>
            <a:r>
              <a:rPr lang="es-ES" sz="725" cap="none" spc="0" dirty="0" err="1">
                <a:latin typeface="NeueHaasUnicaW06-Bold" panose="020B0804030206020203" pitchFamily="34" charset="0"/>
              </a:rPr>
              <a:t>Confidential</a:t>
            </a:r>
            <a:endParaRPr lang="es-ES" sz="725" cap="none" spc="0" dirty="0">
              <a:latin typeface="NeueHaasUnicaW06-Bold" panose="020B0804030206020203" pitchFamily="34" charset="0"/>
            </a:endParaRPr>
          </a:p>
        </p:txBody>
      </p:sp>
      <p:sp>
        <p:nvSpPr>
          <p:cNvPr id="15" name="Título 35">
            <a:extLst>
              <a:ext uri="{FF2B5EF4-FFF2-40B4-BE49-F238E27FC236}">
                <a16:creationId xmlns:a16="http://schemas.microsoft.com/office/drawing/2014/main" id="{9EC57D57-6D6F-2640-9848-9978CF8576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8114" y="4136582"/>
            <a:ext cx="5175408" cy="491800"/>
          </a:xfrm>
          <a:prstGeom prst="rect">
            <a:avLst/>
          </a:prstGeom>
        </p:spPr>
        <p:txBody>
          <a:bodyPr/>
          <a:lstStyle>
            <a:lvl1pPr algn="r">
              <a:defRPr sz="2531" b="0" i="0">
                <a:solidFill>
                  <a:srgbClr val="CFB923"/>
                </a:solidFill>
                <a:latin typeface="Interstate ExLight" pitchFamily="2" charset="77"/>
              </a:defRPr>
            </a:lvl1pPr>
          </a:lstStyle>
          <a:p>
            <a:r>
              <a:rPr lang="es-ES" dirty="0"/>
              <a:t>PROYECT NAME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CA17663D-25FB-CE4D-BB6C-17E5D81A6D8F}"/>
              </a:ext>
            </a:extLst>
          </p:cNvPr>
          <p:cNvSpPr txBox="1">
            <a:spLocks/>
          </p:cNvSpPr>
          <p:nvPr/>
        </p:nvSpPr>
        <p:spPr>
          <a:xfrm>
            <a:off x="6493202" y="4902978"/>
            <a:ext cx="5050319" cy="32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877" tIns="44877" rIns="44877" bIns="44877" anchor="t">
            <a:normAutofit lnSpcReduction="10000"/>
          </a:bodyPr>
          <a:lstStyle>
            <a:lvl1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  <a:lvl2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2pPr>
            <a:lvl3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3pPr>
            <a:lvl4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4pPr>
            <a:lvl5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5pPr>
            <a:lvl6pPr marL="0" marR="0" indent="4572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6pPr>
            <a:lvl7pPr marL="0" marR="0" indent="9144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7pPr>
            <a:lvl8pPr marL="0" marR="0" indent="13716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8pPr>
            <a:lvl9pPr marL="0" marR="0" indent="18288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9pPr>
          </a:lstStyle>
          <a:p>
            <a:pPr algn="r" hangingPunct="1"/>
            <a:r>
              <a:rPr lang="es-ES" sz="1687" b="0" dirty="0" err="1">
                <a:solidFill>
                  <a:schemeClr val="bg1"/>
                </a:solidFill>
                <a:latin typeface="NeueHaasUnicaW06-Bold" panose="020B0804030206020203" pitchFamily="34" charset="0"/>
              </a:rPr>
              <a:t>Due</a:t>
            </a:r>
            <a:r>
              <a:rPr lang="es-ES" sz="1687" b="0" dirty="0">
                <a:solidFill>
                  <a:schemeClr val="bg1"/>
                </a:solidFill>
                <a:latin typeface="NeueHaasUnicaW06-Bold" panose="020B0804030206020203" pitchFamily="34" charset="0"/>
              </a:rPr>
              <a:t> </a:t>
            </a:r>
            <a:r>
              <a:rPr lang="es-ES" sz="1687" b="0" dirty="0" err="1">
                <a:solidFill>
                  <a:schemeClr val="bg1"/>
                </a:solidFill>
                <a:latin typeface="NeueHaasUnicaW06-Bold" panose="020B0804030206020203" pitchFamily="34" charset="0"/>
              </a:rPr>
              <a:t>Diligence</a:t>
            </a:r>
            <a:r>
              <a:rPr lang="es-ES" sz="1687" b="0" dirty="0">
                <a:solidFill>
                  <a:schemeClr val="bg1"/>
                </a:solidFill>
                <a:latin typeface="NeueHaasUnicaW06-Bold" panose="020B0804030206020203" pitchFamily="34" charset="0"/>
              </a:rPr>
              <a:t> </a:t>
            </a:r>
            <a:r>
              <a:rPr lang="es-ES" sz="1687" b="0" dirty="0" err="1">
                <a:solidFill>
                  <a:schemeClr val="bg1"/>
                </a:solidFill>
                <a:latin typeface="NeueHaasUnicaW06-Bold" panose="020B0804030206020203" pitchFamily="34" charset="0"/>
              </a:rPr>
              <a:t>Report</a:t>
            </a:r>
            <a:endParaRPr lang="es-ES" sz="1687" b="0" dirty="0">
              <a:solidFill>
                <a:schemeClr val="bg1"/>
              </a:solidFill>
              <a:latin typeface="NeueHaasUnicaW06-Bold" panose="020B0804030206020203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B2A0763-958D-154F-9C04-8F386764C7BF}"/>
              </a:ext>
            </a:extLst>
          </p:cNvPr>
          <p:cNvSpPr txBox="1"/>
          <p:nvPr/>
        </p:nvSpPr>
        <p:spPr>
          <a:xfrm>
            <a:off x="9490544" y="5954198"/>
            <a:ext cx="2052977" cy="232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984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NeueHaasUnicaW06-Light" panose="020B0404030206020203" pitchFamily="34" charset="0"/>
                <a:ea typeface="Century Gothic"/>
                <a:cs typeface="Century Gothic"/>
                <a:sym typeface="Century Gothic"/>
              </a:rPr>
              <a:t>January</a:t>
            </a:r>
            <a:r>
              <a:rPr kumimoji="0" lang="es-ES" sz="984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NeueHaasUnicaW06-Light" panose="020B0404030206020203" pitchFamily="34" charset="0"/>
                <a:ea typeface="Century Gothic"/>
                <a:cs typeface="Century Gothic"/>
                <a:sym typeface="Century Gothic"/>
              </a:rPr>
              <a:t> 2021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FDAFE47-C33A-6142-86F3-E16903276856}"/>
              </a:ext>
            </a:extLst>
          </p:cNvPr>
          <p:cNvSpPr/>
          <p:nvPr/>
        </p:nvSpPr>
        <p:spPr>
          <a:xfrm>
            <a:off x="10095690" y="6187151"/>
            <a:ext cx="1447832" cy="2005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703" b="0" i="0" dirty="0">
                <a:solidFill>
                  <a:srgbClr val="CFB923"/>
                </a:solidFill>
                <a:latin typeface="Interstate Light" pitchFamily="2" charset="77"/>
              </a:rPr>
              <a:t>DRAFT SUBJECT TO CHANGES</a:t>
            </a:r>
          </a:p>
        </p:txBody>
      </p:sp>
      <p:sp>
        <p:nvSpPr>
          <p:cNvPr id="19" name="Marcador de texto 3">
            <a:extLst>
              <a:ext uri="{FF2B5EF4-FFF2-40B4-BE49-F238E27FC236}">
                <a16:creationId xmlns:a16="http://schemas.microsoft.com/office/drawing/2014/main" id="{887DAB0B-CA08-044D-A86A-C20E316D9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68769" y="4619453"/>
            <a:ext cx="5174753" cy="327595"/>
          </a:xfrm>
          <a:prstGeom prst="rect">
            <a:avLst/>
          </a:prstGeom>
        </p:spPr>
        <p:txBody>
          <a:bodyPr anchor="t"/>
          <a:lstStyle>
            <a:lvl1pPr marL="0" indent="0" algn="r">
              <a:buFontTx/>
              <a:buNone/>
              <a:defRPr sz="1687">
                <a:latin typeface="NeueHaasUnicaW06-Bold" panose="020B0804030206020203" pitchFamily="34" charset="0"/>
              </a:defRPr>
            </a:lvl1pPr>
            <a:lvl2pPr algn="r">
              <a:defRPr sz="1969">
                <a:latin typeface="NeueHaasUnicaW06-Bold" panose="020B0804030206020203" pitchFamily="34" charset="0"/>
              </a:defRPr>
            </a:lvl2pPr>
            <a:lvl3pPr algn="r">
              <a:defRPr sz="1969">
                <a:latin typeface="NeueHaasUnicaW06-Bold" panose="020B0804030206020203" pitchFamily="34" charset="0"/>
              </a:defRPr>
            </a:lvl3pPr>
            <a:lvl4pPr algn="r">
              <a:defRPr sz="1969">
                <a:latin typeface="NeueHaasUnicaW06-Bold" panose="020B0804030206020203" pitchFamily="34" charset="0"/>
              </a:defRPr>
            </a:lvl4pPr>
            <a:lvl5pPr algn="r">
              <a:defRPr sz="1969">
                <a:latin typeface="NeueHaasUnicaW06-Bold" panose="020B0804030206020203" pitchFamily="34" charset="0"/>
              </a:defRPr>
            </a:lvl5pPr>
          </a:lstStyle>
          <a:p>
            <a:pPr lvl="0"/>
            <a:r>
              <a:rPr lang="es-ES" dirty="0" err="1"/>
              <a:t>Financial</a:t>
            </a:r>
            <a:r>
              <a:rPr lang="es-ES" dirty="0"/>
              <a:t>, </a:t>
            </a:r>
            <a:r>
              <a:rPr lang="es-ES" dirty="0" err="1"/>
              <a:t>Tax</a:t>
            </a:r>
            <a:r>
              <a:rPr lang="es-ES" dirty="0"/>
              <a:t>, Legal, </a:t>
            </a:r>
            <a:r>
              <a:rPr lang="es-ES" dirty="0" err="1"/>
              <a:t>Labour</a:t>
            </a:r>
            <a:r>
              <a:rPr lang="es-ES" dirty="0"/>
              <a:t> &amp; IT</a:t>
            </a:r>
          </a:p>
        </p:txBody>
      </p:sp>
    </p:spTree>
    <p:extLst>
      <p:ext uri="{BB962C8B-B14F-4D97-AF65-F5344CB8AC3E}">
        <p14:creationId xmlns:p14="http://schemas.microsoft.com/office/powerpoint/2010/main" val="571108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2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2E7796E-573B-2848-BC43-771DCFFDD8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"/>
            <a:ext cx="474612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" descr="Imagen">
            <a:extLst>
              <a:ext uri="{FF2B5EF4-FFF2-40B4-BE49-F238E27FC236}">
                <a16:creationId xmlns:a16="http://schemas.microsoft.com/office/drawing/2014/main" id="{4C961B7D-C1A9-B24F-BB0F-7283E7FD11C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3872"/>
          <a:stretch/>
        </p:blipFill>
        <p:spPr>
          <a:xfrm>
            <a:off x="1" y="-8229"/>
            <a:ext cx="4740852" cy="6866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n">
            <a:extLst>
              <a:ext uri="{FF2B5EF4-FFF2-40B4-BE49-F238E27FC236}">
                <a16:creationId xmlns:a16="http://schemas.microsoft.com/office/drawing/2014/main" id="{1AD5CE53-59B7-F140-87EB-41393C764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46406" y="588301"/>
            <a:ext cx="2197115" cy="480619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PRIVATE &amp; CONFIDENCIAL…">
            <a:extLst>
              <a:ext uri="{FF2B5EF4-FFF2-40B4-BE49-F238E27FC236}">
                <a16:creationId xmlns:a16="http://schemas.microsoft.com/office/drawing/2014/main" id="{6986B76C-341B-604B-B8F4-6EDF0776B71D}"/>
              </a:ext>
            </a:extLst>
          </p:cNvPr>
          <p:cNvSpPr txBox="1"/>
          <p:nvPr/>
        </p:nvSpPr>
        <p:spPr>
          <a:xfrm>
            <a:off x="7401579" y="3485734"/>
            <a:ext cx="4141942" cy="167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7734" tIns="27734" rIns="27734" bIns="27734" anchor="ctr">
            <a:spAutoFit/>
          </a:bodyPr>
          <a:lstStyle/>
          <a:p>
            <a:pPr algn="r" defTabSz="497739">
              <a:defRPr cap="all" spc="-42">
                <a:solidFill>
                  <a:srgbClr val="CBB946"/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lang="es-ES" sz="725" cap="none" spc="0" dirty="0" err="1">
                <a:latin typeface="NeueHaasUnicaW06-Bold" panose="020B0804030206020203" pitchFamily="34" charset="0"/>
              </a:rPr>
              <a:t>Private</a:t>
            </a:r>
            <a:r>
              <a:rPr lang="es-ES" sz="725" cap="none" spc="0" dirty="0">
                <a:latin typeface="NeueHaasUnicaW06-Bold" panose="020B0804030206020203" pitchFamily="34" charset="0"/>
              </a:rPr>
              <a:t> &amp; </a:t>
            </a:r>
            <a:r>
              <a:rPr lang="es-ES" sz="725" cap="none" spc="0" dirty="0" err="1">
                <a:latin typeface="NeueHaasUnicaW06-Bold" panose="020B0804030206020203" pitchFamily="34" charset="0"/>
              </a:rPr>
              <a:t>Confidential</a:t>
            </a:r>
            <a:endParaRPr lang="es-ES" sz="725" cap="none" spc="0" dirty="0">
              <a:latin typeface="NeueHaasUnicaW06-Bold" panose="020B0804030206020203" pitchFamily="34" charset="0"/>
            </a:endParaRPr>
          </a:p>
        </p:txBody>
      </p:sp>
      <p:sp>
        <p:nvSpPr>
          <p:cNvPr id="15" name="Título 35">
            <a:extLst>
              <a:ext uri="{FF2B5EF4-FFF2-40B4-BE49-F238E27FC236}">
                <a16:creationId xmlns:a16="http://schemas.microsoft.com/office/drawing/2014/main" id="{624F71CD-1DD7-CA4D-9E5C-4F978FDA78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8114" y="4136582"/>
            <a:ext cx="5175408" cy="491800"/>
          </a:xfrm>
          <a:prstGeom prst="rect">
            <a:avLst/>
          </a:prstGeom>
        </p:spPr>
        <p:txBody>
          <a:bodyPr/>
          <a:lstStyle>
            <a:lvl1pPr algn="r">
              <a:defRPr sz="2531" b="0" i="0">
                <a:solidFill>
                  <a:srgbClr val="CFB923"/>
                </a:solidFill>
                <a:latin typeface="Interstate ExLight" pitchFamily="2" charset="77"/>
              </a:defRPr>
            </a:lvl1pPr>
          </a:lstStyle>
          <a:p>
            <a:r>
              <a:rPr lang="es-ES" dirty="0"/>
              <a:t>PROYECT NAME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49814416-EA2D-1943-9C9D-6DDED77EB775}"/>
              </a:ext>
            </a:extLst>
          </p:cNvPr>
          <p:cNvSpPr txBox="1">
            <a:spLocks/>
          </p:cNvSpPr>
          <p:nvPr/>
        </p:nvSpPr>
        <p:spPr>
          <a:xfrm>
            <a:off x="6493202" y="4902978"/>
            <a:ext cx="5050319" cy="32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877" tIns="44877" rIns="44877" bIns="44877" anchor="t">
            <a:normAutofit lnSpcReduction="10000"/>
          </a:bodyPr>
          <a:lstStyle>
            <a:lvl1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  <a:lvl2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2pPr>
            <a:lvl3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3pPr>
            <a:lvl4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4pPr>
            <a:lvl5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5pPr>
            <a:lvl6pPr marL="0" marR="0" indent="4572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6pPr>
            <a:lvl7pPr marL="0" marR="0" indent="9144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7pPr>
            <a:lvl8pPr marL="0" marR="0" indent="13716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8pPr>
            <a:lvl9pPr marL="0" marR="0" indent="18288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9pPr>
          </a:lstStyle>
          <a:p>
            <a:pPr algn="r" hangingPunct="1"/>
            <a:r>
              <a:rPr lang="es-ES" sz="1687" b="0" dirty="0" err="1">
                <a:solidFill>
                  <a:schemeClr val="bg1"/>
                </a:solidFill>
                <a:latin typeface="NeueHaasUnicaW06-Bold" panose="020B0804030206020203" pitchFamily="34" charset="0"/>
              </a:rPr>
              <a:t>Due</a:t>
            </a:r>
            <a:r>
              <a:rPr lang="es-ES" sz="1687" b="0" dirty="0">
                <a:solidFill>
                  <a:schemeClr val="bg1"/>
                </a:solidFill>
                <a:latin typeface="NeueHaasUnicaW06-Bold" panose="020B0804030206020203" pitchFamily="34" charset="0"/>
              </a:rPr>
              <a:t> </a:t>
            </a:r>
            <a:r>
              <a:rPr lang="es-ES" sz="1687" b="0" dirty="0" err="1">
                <a:solidFill>
                  <a:schemeClr val="bg1"/>
                </a:solidFill>
                <a:latin typeface="NeueHaasUnicaW06-Bold" panose="020B0804030206020203" pitchFamily="34" charset="0"/>
              </a:rPr>
              <a:t>Diligence</a:t>
            </a:r>
            <a:r>
              <a:rPr lang="es-ES" sz="1687" b="0" dirty="0">
                <a:solidFill>
                  <a:schemeClr val="bg1"/>
                </a:solidFill>
                <a:latin typeface="NeueHaasUnicaW06-Bold" panose="020B0804030206020203" pitchFamily="34" charset="0"/>
              </a:rPr>
              <a:t> </a:t>
            </a:r>
            <a:r>
              <a:rPr lang="es-ES" sz="1687" b="0" dirty="0" err="1">
                <a:solidFill>
                  <a:schemeClr val="bg1"/>
                </a:solidFill>
                <a:latin typeface="NeueHaasUnicaW06-Bold" panose="020B0804030206020203" pitchFamily="34" charset="0"/>
              </a:rPr>
              <a:t>Report</a:t>
            </a:r>
            <a:endParaRPr lang="es-ES" sz="1687" b="0" dirty="0">
              <a:solidFill>
                <a:schemeClr val="bg1"/>
              </a:solidFill>
              <a:latin typeface="NeueHaasUnicaW06-Bold" panose="020B0804030206020203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696757D-D76B-774B-875A-829E5047B103}"/>
              </a:ext>
            </a:extLst>
          </p:cNvPr>
          <p:cNvSpPr txBox="1"/>
          <p:nvPr/>
        </p:nvSpPr>
        <p:spPr>
          <a:xfrm>
            <a:off x="9490544" y="5954198"/>
            <a:ext cx="2052977" cy="232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984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NeueHaasUnicaW06-Light" panose="020B0404030206020203" pitchFamily="34" charset="0"/>
                <a:ea typeface="Century Gothic"/>
                <a:cs typeface="Century Gothic"/>
                <a:sym typeface="Century Gothic"/>
              </a:rPr>
              <a:t>January</a:t>
            </a:r>
            <a:r>
              <a:rPr kumimoji="0" lang="es-ES" sz="984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NeueHaasUnicaW06-Light" panose="020B0404030206020203" pitchFamily="34" charset="0"/>
                <a:ea typeface="Century Gothic"/>
                <a:cs typeface="Century Gothic"/>
                <a:sym typeface="Century Gothic"/>
              </a:rPr>
              <a:t> 2021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616B740-0334-6144-A2F2-65E7C43C0784}"/>
              </a:ext>
            </a:extLst>
          </p:cNvPr>
          <p:cNvSpPr/>
          <p:nvPr/>
        </p:nvSpPr>
        <p:spPr>
          <a:xfrm>
            <a:off x="10095690" y="6187151"/>
            <a:ext cx="1447832" cy="2005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703" b="0" i="0" dirty="0">
                <a:solidFill>
                  <a:srgbClr val="CFB923"/>
                </a:solidFill>
                <a:latin typeface="Interstate Light" pitchFamily="2" charset="77"/>
              </a:rPr>
              <a:t>DRAFT SUBJECT TO CHANGES</a:t>
            </a:r>
          </a:p>
        </p:txBody>
      </p:sp>
      <p:sp>
        <p:nvSpPr>
          <p:cNvPr id="19" name="Marcador de texto 3">
            <a:extLst>
              <a:ext uri="{FF2B5EF4-FFF2-40B4-BE49-F238E27FC236}">
                <a16:creationId xmlns:a16="http://schemas.microsoft.com/office/drawing/2014/main" id="{6796A82C-6E2F-7849-97BA-8928DB79AF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68769" y="4619453"/>
            <a:ext cx="5174753" cy="327595"/>
          </a:xfrm>
          <a:prstGeom prst="rect">
            <a:avLst/>
          </a:prstGeom>
        </p:spPr>
        <p:txBody>
          <a:bodyPr anchor="t"/>
          <a:lstStyle>
            <a:lvl1pPr marL="0" indent="0" algn="r">
              <a:buFontTx/>
              <a:buNone/>
              <a:defRPr sz="1687">
                <a:latin typeface="NeueHaasUnicaW06-Bold" panose="020B0804030206020203" pitchFamily="34" charset="0"/>
              </a:defRPr>
            </a:lvl1pPr>
            <a:lvl2pPr algn="r">
              <a:defRPr sz="1969">
                <a:latin typeface="NeueHaasUnicaW06-Bold" panose="020B0804030206020203" pitchFamily="34" charset="0"/>
              </a:defRPr>
            </a:lvl2pPr>
            <a:lvl3pPr algn="r">
              <a:defRPr sz="1969">
                <a:latin typeface="NeueHaasUnicaW06-Bold" panose="020B0804030206020203" pitchFamily="34" charset="0"/>
              </a:defRPr>
            </a:lvl3pPr>
            <a:lvl4pPr algn="r">
              <a:defRPr sz="1969">
                <a:latin typeface="NeueHaasUnicaW06-Bold" panose="020B0804030206020203" pitchFamily="34" charset="0"/>
              </a:defRPr>
            </a:lvl4pPr>
            <a:lvl5pPr algn="r">
              <a:defRPr sz="1969">
                <a:latin typeface="NeueHaasUnicaW06-Bold" panose="020B0804030206020203" pitchFamily="34" charset="0"/>
              </a:defRPr>
            </a:lvl5pPr>
          </a:lstStyle>
          <a:p>
            <a:pPr lvl="0"/>
            <a:r>
              <a:rPr lang="es-ES" dirty="0" err="1"/>
              <a:t>Financial</a:t>
            </a:r>
            <a:r>
              <a:rPr lang="es-ES" dirty="0"/>
              <a:t>, </a:t>
            </a:r>
            <a:r>
              <a:rPr lang="es-ES" dirty="0" err="1"/>
              <a:t>Tax</a:t>
            </a:r>
            <a:r>
              <a:rPr lang="es-ES" dirty="0"/>
              <a:t>, Legal, </a:t>
            </a:r>
            <a:r>
              <a:rPr lang="es-ES" dirty="0" err="1"/>
              <a:t>Labour</a:t>
            </a:r>
            <a:r>
              <a:rPr lang="es-ES" dirty="0"/>
              <a:t> &amp; IT</a:t>
            </a:r>
          </a:p>
        </p:txBody>
      </p:sp>
    </p:spTree>
    <p:extLst>
      <p:ext uri="{BB962C8B-B14F-4D97-AF65-F5344CB8AC3E}">
        <p14:creationId xmlns:p14="http://schemas.microsoft.com/office/powerpoint/2010/main" val="99040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2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2E7796E-573B-2848-BC43-771DCFFDD8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"/>
            <a:ext cx="474612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" descr="Imagen">
            <a:extLst>
              <a:ext uri="{FF2B5EF4-FFF2-40B4-BE49-F238E27FC236}">
                <a16:creationId xmlns:a16="http://schemas.microsoft.com/office/drawing/2014/main" id="{4C961B7D-C1A9-B24F-BB0F-7283E7FD11C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7872"/>
          <a:stretch/>
        </p:blipFill>
        <p:spPr>
          <a:xfrm>
            <a:off x="20157" y="-4115"/>
            <a:ext cx="4740852" cy="6866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n">
            <a:extLst>
              <a:ext uri="{FF2B5EF4-FFF2-40B4-BE49-F238E27FC236}">
                <a16:creationId xmlns:a16="http://schemas.microsoft.com/office/drawing/2014/main" id="{5551A852-34DD-2B4C-8D47-112CF19524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46406" y="588301"/>
            <a:ext cx="2197115" cy="480619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PRIVATE &amp; CONFIDENCIAL…">
            <a:extLst>
              <a:ext uri="{FF2B5EF4-FFF2-40B4-BE49-F238E27FC236}">
                <a16:creationId xmlns:a16="http://schemas.microsoft.com/office/drawing/2014/main" id="{F1FD0B0A-0E01-6446-AB43-1A04E1B19E97}"/>
              </a:ext>
            </a:extLst>
          </p:cNvPr>
          <p:cNvSpPr txBox="1"/>
          <p:nvPr/>
        </p:nvSpPr>
        <p:spPr>
          <a:xfrm>
            <a:off x="7401579" y="3485734"/>
            <a:ext cx="4141942" cy="167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7734" tIns="27734" rIns="27734" bIns="27734" anchor="ctr">
            <a:spAutoFit/>
          </a:bodyPr>
          <a:lstStyle/>
          <a:p>
            <a:pPr algn="r" defTabSz="497739">
              <a:defRPr cap="all" spc="-42">
                <a:solidFill>
                  <a:srgbClr val="CBB946"/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lang="es-ES" sz="725" cap="none" spc="0" dirty="0" err="1">
                <a:latin typeface="NeueHaasUnicaW06-Bold" panose="020B0804030206020203" pitchFamily="34" charset="0"/>
              </a:rPr>
              <a:t>Private</a:t>
            </a:r>
            <a:r>
              <a:rPr lang="es-ES" sz="725" cap="none" spc="0" dirty="0">
                <a:latin typeface="NeueHaasUnicaW06-Bold" panose="020B0804030206020203" pitchFamily="34" charset="0"/>
              </a:rPr>
              <a:t> &amp; </a:t>
            </a:r>
            <a:r>
              <a:rPr lang="es-ES" sz="725" cap="none" spc="0" dirty="0" err="1">
                <a:latin typeface="NeueHaasUnicaW06-Bold" panose="020B0804030206020203" pitchFamily="34" charset="0"/>
              </a:rPr>
              <a:t>Confidential</a:t>
            </a:r>
            <a:endParaRPr lang="es-ES" sz="725" cap="none" spc="0" dirty="0">
              <a:latin typeface="NeueHaasUnicaW06-Bold" panose="020B0804030206020203" pitchFamily="34" charset="0"/>
            </a:endParaRPr>
          </a:p>
        </p:txBody>
      </p:sp>
      <p:sp>
        <p:nvSpPr>
          <p:cNvPr id="15" name="Título 35">
            <a:extLst>
              <a:ext uri="{FF2B5EF4-FFF2-40B4-BE49-F238E27FC236}">
                <a16:creationId xmlns:a16="http://schemas.microsoft.com/office/drawing/2014/main" id="{AB5C34DF-F1A1-5F41-9FB3-22F984247D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8114" y="4136582"/>
            <a:ext cx="5175408" cy="491800"/>
          </a:xfrm>
          <a:prstGeom prst="rect">
            <a:avLst/>
          </a:prstGeom>
        </p:spPr>
        <p:txBody>
          <a:bodyPr/>
          <a:lstStyle>
            <a:lvl1pPr algn="r">
              <a:defRPr sz="2531" b="0" i="0">
                <a:solidFill>
                  <a:srgbClr val="CFB923"/>
                </a:solidFill>
                <a:latin typeface="Interstate ExLight" pitchFamily="2" charset="77"/>
              </a:defRPr>
            </a:lvl1pPr>
          </a:lstStyle>
          <a:p>
            <a:r>
              <a:rPr lang="es-ES" dirty="0"/>
              <a:t>PROYECT NAME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790F661-ED4A-014D-9BD1-DD30E1668F39}"/>
              </a:ext>
            </a:extLst>
          </p:cNvPr>
          <p:cNvSpPr txBox="1">
            <a:spLocks/>
          </p:cNvSpPr>
          <p:nvPr/>
        </p:nvSpPr>
        <p:spPr>
          <a:xfrm>
            <a:off x="6493202" y="4902978"/>
            <a:ext cx="5050319" cy="32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877" tIns="44877" rIns="44877" bIns="44877" anchor="t">
            <a:normAutofit lnSpcReduction="10000"/>
          </a:bodyPr>
          <a:lstStyle>
            <a:lvl1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  <a:lvl2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2pPr>
            <a:lvl3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3pPr>
            <a:lvl4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4pPr>
            <a:lvl5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5pPr>
            <a:lvl6pPr marL="0" marR="0" indent="4572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6pPr>
            <a:lvl7pPr marL="0" marR="0" indent="9144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7pPr>
            <a:lvl8pPr marL="0" marR="0" indent="13716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8pPr>
            <a:lvl9pPr marL="0" marR="0" indent="18288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9pPr>
          </a:lstStyle>
          <a:p>
            <a:pPr algn="r" hangingPunct="1"/>
            <a:r>
              <a:rPr lang="es-ES" sz="1687" b="0" dirty="0" err="1">
                <a:solidFill>
                  <a:schemeClr val="bg1"/>
                </a:solidFill>
                <a:latin typeface="NeueHaasUnicaW06-Bold" panose="020B0804030206020203" pitchFamily="34" charset="0"/>
              </a:rPr>
              <a:t>Due</a:t>
            </a:r>
            <a:r>
              <a:rPr lang="es-ES" sz="1687" b="0" dirty="0">
                <a:solidFill>
                  <a:schemeClr val="bg1"/>
                </a:solidFill>
                <a:latin typeface="NeueHaasUnicaW06-Bold" panose="020B0804030206020203" pitchFamily="34" charset="0"/>
              </a:rPr>
              <a:t> </a:t>
            </a:r>
            <a:r>
              <a:rPr lang="es-ES" sz="1687" b="0" dirty="0" err="1">
                <a:solidFill>
                  <a:schemeClr val="bg1"/>
                </a:solidFill>
                <a:latin typeface="NeueHaasUnicaW06-Bold" panose="020B0804030206020203" pitchFamily="34" charset="0"/>
              </a:rPr>
              <a:t>Diligence</a:t>
            </a:r>
            <a:r>
              <a:rPr lang="es-ES" sz="1687" b="0" dirty="0">
                <a:solidFill>
                  <a:schemeClr val="bg1"/>
                </a:solidFill>
                <a:latin typeface="NeueHaasUnicaW06-Bold" panose="020B0804030206020203" pitchFamily="34" charset="0"/>
              </a:rPr>
              <a:t> </a:t>
            </a:r>
            <a:r>
              <a:rPr lang="es-ES" sz="1687" b="0" dirty="0" err="1">
                <a:solidFill>
                  <a:schemeClr val="bg1"/>
                </a:solidFill>
                <a:latin typeface="NeueHaasUnicaW06-Bold" panose="020B0804030206020203" pitchFamily="34" charset="0"/>
              </a:rPr>
              <a:t>Report</a:t>
            </a:r>
            <a:endParaRPr lang="es-ES" sz="1687" b="0" dirty="0">
              <a:solidFill>
                <a:schemeClr val="bg1"/>
              </a:solidFill>
              <a:latin typeface="NeueHaasUnicaW06-Bold" panose="020B0804030206020203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DB78D5E-EBF5-804E-97B8-182552E249DA}"/>
              </a:ext>
            </a:extLst>
          </p:cNvPr>
          <p:cNvSpPr txBox="1"/>
          <p:nvPr/>
        </p:nvSpPr>
        <p:spPr>
          <a:xfrm>
            <a:off x="9490544" y="5954198"/>
            <a:ext cx="2052977" cy="232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984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NeueHaasUnicaW06-Light" panose="020B0404030206020203" pitchFamily="34" charset="0"/>
                <a:ea typeface="Century Gothic"/>
                <a:cs typeface="Century Gothic"/>
                <a:sym typeface="Century Gothic"/>
              </a:rPr>
              <a:t>January</a:t>
            </a:r>
            <a:r>
              <a:rPr kumimoji="0" lang="es-ES" sz="984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NeueHaasUnicaW06-Light" panose="020B0404030206020203" pitchFamily="34" charset="0"/>
                <a:ea typeface="Century Gothic"/>
                <a:cs typeface="Century Gothic"/>
                <a:sym typeface="Century Gothic"/>
              </a:rPr>
              <a:t> 2021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7A8E8F7-9D2E-534A-BB26-FD9AFBF498BE}"/>
              </a:ext>
            </a:extLst>
          </p:cNvPr>
          <p:cNvSpPr/>
          <p:nvPr/>
        </p:nvSpPr>
        <p:spPr>
          <a:xfrm>
            <a:off x="10095690" y="6187151"/>
            <a:ext cx="1447832" cy="2005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703" b="0" i="0" dirty="0">
                <a:solidFill>
                  <a:srgbClr val="CFB923"/>
                </a:solidFill>
                <a:latin typeface="Interstate Light" pitchFamily="2" charset="77"/>
              </a:rPr>
              <a:t>DRAFT SUBJECT TO CHANGES</a:t>
            </a:r>
          </a:p>
        </p:txBody>
      </p:sp>
      <p:sp>
        <p:nvSpPr>
          <p:cNvPr id="19" name="Marcador de texto 3">
            <a:extLst>
              <a:ext uri="{FF2B5EF4-FFF2-40B4-BE49-F238E27FC236}">
                <a16:creationId xmlns:a16="http://schemas.microsoft.com/office/drawing/2014/main" id="{D4CB2E55-2EFA-9A41-ABF6-BE5701CE85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68769" y="4619453"/>
            <a:ext cx="5174753" cy="327595"/>
          </a:xfrm>
          <a:prstGeom prst="rect">
            <a:avLst/>
          </a:prstGeom>
        </p:spPr>
        <p:txBody>
          <a:bodyPr anchor="t"/>
          <a:lstStyle>
            <a:lvl1pPr marL="0" indent="0" algn="r">
              <a:buFontTx/>
              <a:buNone/>
              <a:defRPr sz="1687">
                <a:latin typeface="NeueHaasUnicaW06-Bold" panose="020B0804030206020203" pitchFamily="34" charset="0"/>
              </a:defRPr>
            </a:lvl1pPr>
            <a:lvl2pPr algn="r">
              <a:defRPr sz="1969">
                <a:latin typeface="NeueHaasUnicaW06-Bold" panose="020B0804030206020203" pitchFamily="34" charset="0"/>
              </a:defRPr>
            </a:lvl2pPr>
            <a:lvl3pPr algn="r">
              <a:defRPr sz="1969">
                <a:latin typeface="NeueHaasUnicaW06-Bold" panose="020B0804030206020203" pitchFamily="34" charset="0"/>
              </a:defRPr>
            </a:lvl3pPr>
            <a:lvl4pPr algn="r">
              <a:defRPr sz="1969">
                <a:latin typeface="NeueHaasUnicaW06-Bold" panose="020B0804030206020203" pitchFamily="34" charset="0"/>
              </a:defRPr>
            </a:lvl4pPr>
            <a:lvl5pPr algn="r">
              <a:defRPr sz="1969">
                <a:latin typeface="NeueHaasUnicaW06-Bold" panose="020B0804030206020203" pitchFamily="34" charset="0"/>
              </a:defRPr>
            </a:lvl5pPr>
          </a:lstStyle>
          <a:p>
            <a:pPr lvl="0"/>
            <a:r>
              <a:rPr lang="es-ES" dirty="0" err="1"/>
              <a:t>Financial</a:t>
            </a:r>
            <a:r>
              <a:rPr lang="es-ES" dirty="0"/>
              <a:t>, </a:t>
            </a:r>
            <a:r>
              <a:rPr lang="es-ES" dirty="0" err="1"/>
              <a:t>Tax</a:t>
            </a:r>
            <a:r>
              <a:rPr lang="es-ES" dirty="0"/>
              <a:t>, Legal, </a:t>
            </a:r>
            <a:r>
              <a:rPr lang="es-ES" dirty="0" err="1"/>
              <a:t>Labour</a:t>
            </a:r>
            <a:r>
              <a:rPr lang="es-ES" dirty="0"/>
              <a:t> &amp; IT</a:t>
            </a:r>
          </a:p>
        </p:txBody>
      </p:sp>
    </p:spTree>
    <p:extLst>
      <p:ext uri="{BB962C8B-B14F-4D97-AF65-F5344CB8AC3E}">
        <p14:creationId xmlns:p14="http://schemas.microsoft.com/office/powerpoint/2010/main" val="1033842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2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2E7796E-573B-2848-BC43-771DCFFDD8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"/>
            <a:ext cx="474612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" descr="Imagen">
            <a:extLst>
              <a:ext uri="{FF2B5EF4-FFF2-40B4-BE49-F238E27FC236}">
                <a16:creationId xmlns:a16="http://schemas.microsoft.com/office/drawing/2014/main" id="{4C961B7D-C1A9-B24F-BB0F-7283E7FD11C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7872"/>
          <a:stretch/>
        </p:blipFill>
        <p:spPr>
          <a:xfrm>
            <a:off x="5277" y="-8230"/>
            <a:ext cx="4740852" cy="6866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n">
            <a:extLst>
              <a:ext uri="{FF2B5EF4-FFF2-40B4-BE49-F238E27FC236}">
                <a16:creationId xmlns:a16="http://schemas.microsoft.com/office/drawing/2014/main" id="{4655BFD6-80D2-1744-A552-11697730F5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46406" y="588301"/>
            <a:ext cx="2197115" cy="480619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PRIVATE &amp; CONFIDENCIAL…">
            <a:extLst>
              <a:ext uri="{FF2B5EF4-FFF2-40B4-BE49-F238E27FC236}">
                <a16:creationId xmlns:a16="http://schemas.microsoft.com/office/drawing/2014/main" id="{724F3185-1340-1C45-80A3-70BD92CEBADD}"/>
              </a:ext>
            </a:extLst>
          </p:cNvPr>
          <p:cNvSpPr txBox="1"/>
          <p:nvPr/>
        </p:nvSpPr>
        <p:spPr>
          <a:xfrm>
            <a:off x="7401579" y="3485734"/>
            <a:ext cx="4141942" cy="167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7734" tIns="27734" rIns="27734" bIns="27734" anchor="ctr">
            <a:spAutoFit/>
          </a:bodyPr>
          <a:lstStyle/>
          <a:p>
            <a:pPr algn="r" defTabSz="497739">
              <a:defRPr cap="all" spc="-42">
                <a:solidFill>
                  <a:srgbClr val="CBB946"/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lang="es-ES" sz="725" cap="none" spc="0" dirty="0" err="1">
                <a:latin typeface="NeueHaasUnicaW06-Bold" panose="020B0804030206020203" pitchFamily="34" charset="0"/>
              </a:rPr>
              <a:t>Private</a:t>
            </a:r>
            <a:r>
              <a:rPr lang="es-ES" sz="725" cap="none" spc="0" dirty="0">
                <a:latin typeface="NeueHaasUnicaW06-Bold" panose="020B0804030206020203" pitchFamily="34" charset="0"/>
              </a:rPr>
              <a:t> &amp; </a:t>
            </a:r>
            <a:r>
              <a:rPr lang="es-ES" sz="725" cap="none" spc="0" dirty="0" err="1">
                <a:latin typeface="NeueHaasUnicaW06-Bold" panose="020B0804030206020203" pitchFamily="34" charset="0"/>
              </a:rPr>
              <a:t>Confidential</a:t>
            </a:r>
            <a:endParaRPr lang="es-ES" sz="725" cap="none" spc="0" dirty="0">
              <a:latin typeface="NeueHaasUnicaW06-Bold" panose="020B0804030206020203" pitchFamily="34" charset="0"/>
            </a:endParaRPr>
          </a:p>
        </p:txBody>
      </p:sp>
      <p:sp>
        <p:nvSpPr>
          <p:cNvPr id="15" name="Título 35">
            <a:extLst>
              <a:ext uri="{FF2B5EF4-FFF2-40B4-BE49-F238E27FC236}">
                <a16:creationId xmlns:a16="http://schemas.microsoft.com/office/drawing/2014/main" id="{834B795F-4AEE-7548-B4FE-8EE7BE1160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8114" y="4136582"/>
            <a:ext cx="5175408" cy="491800"/>
          </a:xfrm>
          <a:prstGeom prst="rect">
            <a:avLst/>
          </a:prstGeom>
        </p:spPr>
        <p:txBody>
          <a:bodyPr/>
          <a:lstStyle>
            <a:lvl1pPr algn="r">
              <a:defRPr sz="2531" b="0" i="0">
                <a:solidFill>
                  <a:srgbClr val="CFB923"/>
                </a:solidFill>
                <a:latin typeface="Interstate ExLight" pitchFamily="2" charset="77"/>
              </a:defRPr>
            </a:lvl1pPr>
          </a:lstStyle>
          <a:p>
            <a:r>
              <a:rPr lang="es-ES" dirty="0"/>
              <a:t>PROYECT NAME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F8F751F9-3A8D-374E-9FA7-706E9EC69C5F}"/>
              </a:ext>
            </a:extLst>
          </p:cNvPr>
          <p:cNvSpPr txBox="1">
            <a:spLocks/>
          </p:cNvSpPr>
          <p:nvPr/>
        </p:nvSpPr>
        <p:spPr>
          <a:xfrm>
            <a:off x="6493202" y="4902978"/>
            <a:ext cx="5050319" cy="32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877" tIns="44877" rIns="44877" bIns="44877" anchor="t">
            <a:normAutofit lnSpcReduction="10000"/>
          </a:bodyPr>
          <a:lstStyle>
            <a:lvl1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  <a:lvl2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2pPr>
            <a:lvl3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3pPr>
            <a:lvl4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4pPr>
            <a:lvl5pPr marL="0" marR="0" indent="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5pPr>
            <a:lvl6pPr marL="0" marR="0" indent="4572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6pPr>
            <a:lvl7pPr marL="0" marR="0" indent="9144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7pPr>
            <a:lvl8pPr marL="0" marR="0" indent="13716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8pPr>
            <a:lvl9pPr marL="0" marR="0" indent="1828800" algn="l" defTabSz="127896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9pPr>
          </a:lstStyle>
          <a:p>
            <a:pPr algn="r" hangingPunct="1"/>
            <a:r>
              <a:rPr lang="es-ES" sz="1687" b="0" dirty="0" err="1">
                <a:solidFill>
                  <a:schemeClr val="bg1"/>
                </a:solidFill>
                <a:latin typeface="NeueHaasUnicaW06-Bold" panose="020B0804030206020203" pitchFamily="34" charset="0"/>
              </a:rPr>
              <a:t>Due</a:t>
            </a:r>
            <a:r>
              <a:rPr lang="es-ES" sz="1687" b="0" dirty="0">
                <a:solidFill>
                  <a:schemeClr val="bg1"/>
                </a:solidFill>
                <a:latin typeface="NeueHaasUnicaW06-Bold" panose="020B0804030206020203" pitchFamily="34" charset="0"/>
              </a:rPr>
              <a:t> </a:t>
            </a:r>
            <a:r>
              <a:rPr lang="es-ES" sz="1687" b="0" dirty="0" err="1">
                <a:solidFill>
                  <a:schemeClr val="bg1"/>
                </a:solidFill>
                <a:latin typeface="NeueHaasUnicaW06-Bold" panose="020B0804030206020203" pitchFamily="34" charset="0"/>
              </a:rPr>
              <a:t>Diligence</a:t>
            </a:r>
            <a:r>
              <a:rPr lang="es-ES" sz="1687" b="0" dirty="0">
                <a:solidFill>
                  <a:schemeClr val="bg1"/>
                </a:solidFill>
                <a:latin typeface="NeueHaasUnicaW06-Bold" panose="020B0804030206020203" pitchFamily="34" charset="0"/>
              </a:rPr>
              <a:t> </a:t>
            </a:r>
            <a:r>
              <a:rPr lang="es-ES" sz="1687" b="0" dirty="0" err="1">
                <a:solidFill>
                  <a:schemeClr val="bg1"/>
                </a:solidFill>
                <a:latin typeface="NeueHaasUnicaW06-Bold" panose="020B0804030206020203" pitchFamily="34" charset="0"/>
              </a:rPr>
              <a:t>Report</a:t>
            </a:r>
            <a:endParaRPr lang="es-ES" sz="1687" b="0" dirty="0">
              <a:solidFill>
                <a:schemeClr val="bg1"/>
              </a:solidFill>
              <a:latin typeface="NeueHaasUnicaW06-Bold" panose="020B0804030206020203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53E0736-E806-2D4A-B03B-D0D04A50501B}"/>
              </a:ext>
            </a:extLst>
          </p:cNvPr>
          <p:cNvSpPr txBox="1"/>
          <p:nvPr/>
        </p:nvSpPr>
        <p:spPr>
          <a:xfrm>
            <a:off x="9490544" y="5954198"/>
            <a:ext cx="2052977" cy="232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984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NeueHaasUnicaW06-Light" panose="020B0404030206020203" pitchFamily="34" charset="0"/>
                <a:ea typeface="Century Gothic"/>
                <a:cs typeface="Century Gothic"/>
                <a:sym typeface="Century Gothic"/>
              </a:rPr>
              <a:t>January</a:t>
            </a:r>
            <a:r>
              <a:rPr kumimoji="0" lang="es-ES" sz="984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NeueHaasUnicaW06-Light" panose="020B0404030206020203" pitchFamily="34" charset="0"/>
                <a:ea typeface="Century Gothic"/>
                <a:cs typeface="Century Gothic"/>
                <a:sym typeface="Century Gothic"/>
              </a:rPr>
              <a:t> 2021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D98E5A7-C2A8-624B-9206-1394065F1309}"/>
              </a:ext>
            </a:extLst>
          </p:cNvPr>
          <p:cNvSpPr/>
          <p:nvPr/>
        </p:nvSpPr>
        <p:spPr>
          <a:xfrm>
            <a:off x="10095690" y="6187151"/>
            <a:ext cx="1447832" cy="2005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703" b="0" i="0" dirty="0">
                <a:solidFill>
                  <a:srgbClr val="CFB923"/>
                </a:solidFill>
                <a:latin typeface="Interstate Light" pitchFamily="2" charset="77"/>
              </a:rPr>
              <a:t>DRAFT SUBJECT TO CHANGES</a:t>
            </a:r>
          </a:p>
        </p:txBody>
      </p:sp>
      <p:sp>
        <p:nvSpPr>
          <p:cNvPr id="19" name="Marcador de texto 3">
            <a:extLst>
              <a:ext uri="{FF2B5EF4-FFF2-40B4-BE49-F238E27FC236}">
                <a16:creationId xmlns:a16="http://schemas.microsoft.com/office/drawing/2014/main" id="{09D92275-05C6-2847-A2B3-3BF0735CDE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68769" y="4619453"/>
            <a:ext cx="5174753" cy="327595"/>
          </a:xfrm>
          <a:prstGeom prst="rect">
            <a:avLst/>
          </a:prstGeom>
        </p:spPr>
        <p:txBody>
          <a:bodyPr anchor="t"/>
          <a:lstStyle>
            <a:lvl1pPr marL="0" indent="0" algn="r">
              <a:buFontTx/>
              <a:buNone/>
              <a:defRPr sz="1687">
                <a:latin typeface="NeueHaasUnicaW06-Bold" panose="020B0804030206020203" pitchFamily="34" charset="0"/>
              </a:defRPr>
            </a:lvl1pPr>
            <a:lvl2pPr algn="r">
              <a:defRPr sz="1969">
                <a:latin typeface="NeueHaasUnicaW06-Bold" panose="020B0804030206020203" pitchFamily="34" charset="0"/>
              </a:defRPr>
            </a:lvl2pPr>
            <a:lvl3pPr algn="r">
              <a:defRPr sz="1969">
                <a:latin typeface="NeueHaasUnicaW06-Bold" panose="020B0804030206020203" pitchFamily="34" charset="0"/>
              </a:defRPr>
            </a:lvl3pPr>
            <a:lvl4pPr algn="r">
              <a:defRPr sz="1969">
                <a:latin typeface="NeueHaasUnicaW06-Bold" panose="020B0804030206020203" pitchFamily="34" charset="0"/>
              </a:defRPr>
            </a:lvl4pPr>
            <a:lvl5pPr algn="r">
              <a:defRPr sz="1969">
                <a:latin typeface="NeueHaasUnicaW06-Bold" panose="020B0804030206020203" pitchFamily="34" charset="0"/>
              </a:defRPr>
            </a:lvl5pPr>
          </a:lstStyle>
          <a:p>
            <a:pPr lvl="0"/>
            <a:r>
              <a:rPr lang="es-ES" dirty="0" err="1"/>
              <a:t>Financial</a:t>
            </a:r>
            <a:r>
              <a:rPr lang="es-ES" dirty="0"/>
              <a:t>, </a:t>
            </a:r>
            <a:r>
              <a:rPr lang="es-ES" dirty="0" err="1"/>
              <a:t>Tax</a:t>
            </a:r>
            <a:r>
              <a:rPr lang="es-ES" dirty="0"/>
              <a:t>, Legal, </a:t>
            </a:r>
            <a:r>
              <a:rPr lang="es-ES" dirty="0" err="1"/>
              <a:t>Labour</a:t>
            </a:r>
            <a:r>
              <a:rPr lang="es-ES" dirty="0"/>
              <a:t> &amp; IT</a:t>
            </a:r>
          </a:p>
        </p:txBody>
      </p:sp>
    </p:spTree>
    <p:extLst>
      <p:ext uri="{BB962C8B-B14F-4D97-AF65-F5344CB8AC3E}">
        <p14:creationId xmlns:p14="http://schemas.microsoft.com/office/powerpoint/2010/main" val="1421996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2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Let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">
            <a:extLst>
              <a:ext uri="{FF2B5EF4-FFF2-40B4-BE49-F238E27FC236}">
                <a16:creationId xmlns:a16="http://schemas.microsoft.com/office/drawing/2014/main" id="{C8A34389-75EB-2846-8C3A-5296E0F29A3F}"/>
              </a:ext>
            </a:extLst>
          </p:cNvPr>
          <p:cNvSpPr/>
          <p:nvPr/>
        </p:nvSpPr>
        <p:spPr>
          <a:xfrm>
            <a:off x="1" y="0"/>
            <a:ext cx="2544535" cy="6858000"/>
          </a:xfrm>
          <a:prstGeom prst="rect">
            <a:avLst/>
          </a:prstGeom>
          <a:solidFill>
            <a:srgbClr val="000000">
              <a:alpha val="6446"/>
            </a:srgbClr>
          </a:solidFill>
          <a:ln w="3175">
            <a:miter lim="400000"/>
          </a:ln>
        </p:spPr>
        <p:txBody>
          <a:bodyPr lIns="43772" tIns="43772" rIns="43772" bIns="43772" anchor="ctr"/>
          <a:lstStyle/>
          <a:p>
            <a:pPr algn="ctr" defTabSz="997288">
              <a:defRPr sz="3600">
                <a:solidFill>
                  <a:schemeClr val="accent3">
                    <a:lumOff val="44000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sz="2531"/>
          </a:p>
        </p:txBody>
      </p:sp>
      <p:sp>
        <p:nvSpPr>
          <p:cNvPr id="17" name="Barcelona…">
            <a:extLst>
              <a:ext uri="{FF2B5EF4-FFF2-40B4-BE49-F238E27FC236}">
                <a16:creationId xmlns:a16="http://schemas.microsoft.com/office/drawing/2014/main" id="{E721DB20-E9CC-CE40-A5E5-2F4416B2315F}"/>
              </a:ext>
            </a:extLst>
          </p:cNvPr>
          <p:cNvSpPr txBox="1"/>
          <p:nvPr/>
        </p:nvSpPr>
        <p:spPr>
          <a:xfrm>
            <a:off x="583407" y="3639655"/>
            <a:ext cx="1633883" cy="761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3772" tIns="43772" rIns="43772" bIns="43772">
            <a:spAutoFit/>
          </a:bodyPr>
          <a:lstStyle/>
          <a:p>
            <a:pPr algn="r" defTabSz="2151399">
              <a:lnSpc>
                <a:spcPct val="30000"/>
              </a:lnSpc>
              <a:spcBef>
                <a:spcPts val="914"/>
              </a:spcBef>
              <a:defRPr sz="1000">
                <a:latin typeface="Interstate-RegularN"/>
                <a:ea typeface="Interstate-RegularN"/>
                <a:cs typeface="Interstate-RegularN"/>
                <a:sym typeface="Interstate-RegularN"/>
              </a:defRPr>
            </a:pPr>
            <a:br>
              <a:rPr sz="703" b="0" i="0" dirty="0">
                <a:latin typeface="Neue Haas Unica W1G Light" panose="020B0404030206020203" pitchFamily="34" charset="0"/>
              </a:rPr>
            </a:br>
            <a:endParaRPr sz="703" b="0" i="0" dirty="0">
              <a:latin typeface="Neue Haas Unica W1G Light" panose="020B0404030206020203" pitchFamily="34" charset="0"/>
            </a:endParaRPr>
          </a:p>
          <a:p>
            <a:pPr algn="r" defTabSz="2151399">
              <a:lnSpc>
                <a:spcPct val="30000"/>
              </a:lnSpc>
              <a:spcBef>
                <a:spcPts val="914"/>
              </a:spcBef>
              <a:defRPr sz="1000">
                <a:latin typeface="Interstate-RegularN"/>
                <a:ea typeface="Interstate-RegularN"/>
                <a:cs typeface="Interstate-RegularN"/>
                <a:sym typeface="Interstate-RegularN"/>
              </a:defRPr>
            </a:pPr>
            <a:r>
              <a:rPr sz="703" b="0" i="0" dirty="0">
                <a:latin typeface="NeueHaasUnicaW06-Bold" panose="020B0804030206020203" pitchFamily="34" charset="0"/>
              </a:rPr>
              <a:t>Barcelona</a:t>
            </a:r>
          </a:p>
          <a:p>
            <a:pPr algn="r" defTabSz="2151399">
              <a:lnSpc>
                <a:spcPct val="30000"/>
              </a:lnSpc>
              <a:spcBef>
                <a:spcPts val="914"/>
              </a:spcBef>
              <a:defRPr sz="1000"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sz="703" b="0" i="0" dirty="0">
                <a:latin typeface="NeueHaasUnicaW06-Light" panose="020B0404030206020203" pitchFamily="34" charset="0"/>
              </a:rPr>
              <a:t>C/</a:t>
            </a:r>
            <a:r>
              <a:rPr sz="703" b="0" i="0" dirty="0" err="1">
                <a:latin typeface="NeueHaasUnicaW06-Light" panose="020B0404030206020203" pitchFamily="34" charset="0"/>
              </a:rPr>
              <a:t>Santaló</a:t>
            </a:r>
            <a:r>
              <a:rPr sz="703" b="0" i="0" dirty="0">
                <a:latin typeface="NeueHaasUnicaW06-Light" panose="020B0404030206020203" pitchFamily="34" charset="0"/>
              </a:rPr>
              <a:t> 10</a:t>
            </a:r>
            <a:r>
              <a:rPr lang="es-ES" sz="703" b="0" i="0" dirty="0">
                <a:latin typeface="NeueHaasUnicaW06-Light" panose="020B0404030206020203" pitchFamily="34" charset="0"/>
              </a:rPr>
              <a:t>, </a:t>
            </a:r>
            <a:r>
              <a:rPr sz="703" b="0" i="0" dirty="0">
                <a:latin typeface="NeueHaasUnicaW06-Light" panose="020B0404030206020203" pitchFamily="34" charset="0"/>
              </a:rPr>
              <a:t>1º</a:t>
            </a:r>
          </a:p>
          <a:p>
            <a:pPr algn="r" defTabSz="2151399">
              <a:lnSpc>
                <a:spcPct val="30000"/>
              </a:lnSpc>
              <a:spcBef>
                <a:spcPts val="914"/>
              </a:spcBef>
              <a:defRPr sz="1000"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pPr>
            <a:r>
              <a:rPr sz="703" b="0" i="0" dirty="0">
                <a:latin typeface="NeueHaasUnicaW06-Light" panose="020B0404030206020203" pitchFamily="34" charset="0"/>
              </a:rPr>
              <a:t>08021 Barcelona</a:t>
            </a:r>
            <a:r>
              <a:rPr lang="es-ES" sz="703" b="0" i="0" dirty="0">
                <a:latin typeface="NeueHaasUnicaW06-Light" panose="020B0404030206020203" pitchFamily="34" charset="0"/>
              </a:rPr>
              <a:t>. </a:t>
            </a:r>
            <a:r>
              <a:rPr lang="es-ES" sz="703" b="0" i="0" dirty="0" err="1">
                <a:latin typeface="NeueHaasUnicaW06-Light" panose="020B0404030206020203" pitchFamily="34" charset="0"/>
              </a:rPr>
              <a:t>Spain</a:t>
            </a:r>
            <a:endParaRPr sz="703" b="0" i="0" dirty="0">
              <a:latin typeface="NeueHaasUnicaW06-Light" panose="020B0404030206020203" pitchFamily="34" charset="0"/>
            </a:endParaRPr>
          </a:p>
          <a:p>
            <a:pPr algn="r" defTabSz="2151399">
              <a:lnSpc>
                <a:spcPct val="30000"/>
              </a:lnSpc>
              <a:spcBef>
                <a:spcPts val="914"/>
              </a:spcBef>
              <a:defRPr sz="1000"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pPr>
            <a:r>
              <a:rPr sz="703" b="0" i="0" dirty="0">
                <a:latin typeface="NeueHaasUnicaW06-Light" panose="020B0404030206020203" pitchFamily="34" charset="0"/>
              </a:rPr>
              <a:t>T. +34 </a:t>
            </a:r>
            <a:r>
              <a:rPr kumimoji="0" lang="es-ES" sz="703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eueHaasUnicaW06-Light" panose="020B0404030206020203" pitchFamily="34" charset="0"/>
                <a:ea typeface="Century Gothic"/>
                <a:cs typeface="Century Gothic"/>
                <a:sym typeface="Neue Haas Unica W06 Light"/>
              </a:rPr>
              <a:t>932 411 670</a:t>
            </a:r>
            <a:endParaRPr sz="703" b="0" i="0" dirty="0">
              <a:latin typeface="NeueHaasUnicaW06-Light" panose="020B0404030206020203" pitchFamily="34" charset="0"/>
            </a:endParaRPr>
          </a:p>
        </p:txBody>
      </p:sp>
      <p:sp>
        <p:nvSpPr>
          <p:cNvPr id="18" name="info@ilvsilver.com…">
            <a:extLst>
              <a:ext uri="{FF2B5EF4-FFF2-40B4-BE49-F238E27FC236}">
                <a16:creationId xmlns:a16="http://schemas.microsoft.com/office/drawing/2014/main" id="{6F3CC77B-AF04-C246-85D6-B42EFA6D0F34}"/>
              </a:ext>
            </a:extLst>
          </p:cNvPr>
          <p:cNvSpPr txBox="1"/>
          <p:nvPr/>
        </p:nvSpPr>
        <p:spPr>
          <a:xfrm>
            <a:off x="1248778" y="4556766"/>
            <a:ext cx="968512" cy="620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3772" tIns="43772" rIns="43772" bIns="43772">
            <a:spAutoFit/>
          </a:bodyPr>
          <a:lstStyle/>
          <a:p>
            <a:pPr algn="r" defTabSz="2151399">
              <a:lnSpc>
                <a:spcPct val="10000"/>
              </a:lnSpc>
              <a:spcBef>
                <a:spcPts val="1195"/>
              </a:spcBef>
              <a:defRPr sz="1000">
                <a:solidFill>
                  <a:srgbClr val="323232"/>
                </a:solidFill>
                <a:latin typeface="Interstate-RegularN"/>
                <a:ea typeface="Interstate-RegularN"/>
                <a:cs typeface="Interstate-RegularN"/>
                <a:sym typeface="Interstate-RegularN"/>
              </a:defRPr>
            </a:pPr>
            <a:endParaRPr sz="703" dirty="0"/>
          </a:p>
          <a:p>
            <a:pPr algn="r" defTabSz="2151399">
              <a:lnSpc>
                <a:spcPct val="10000"/>
              </a:lnSpc>
              <a:spcBef>
                <a:spcPts val="1195"/>
              </a:spcBef>
              <a:defRPr sz="1000">
                <a:solidFill>
                  <a:srgbClr val="323232"/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sz="773" b="0" i="0" dirty="0" err="1">
                <a:latin typeface="NeueHaasUnicaW06-Light" panose="020B0404030206020203" pitchFamily="34" charset="0"/>
              </a:rPr>
              <a:t>info@ilvsilver.com</a:t>
            </a:r>
            <a:endParaRPr sz="773" b="0" i="0" dirty="0">
              <a:latin typeface="NeueHaasUnicaW06-Light" panose="020B0404030206020203" pitchFamily="34" charset="0"/>
            </a:endParaRPr>
          </a:p>
          <a:p>
            <a:pPr algn="r" defTabSz="2151399">
              <a:lnSpc>
                <a:spcPct val="10000"/>
              </a:lnSpc>
              <a:spcBef>
                <a:spcPts val="1195"/>
              </a:spcBef>
              <a:defRPr sz="1000">
                <a:solidFill>
                  <a:srgbClr val="323232"/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lang="es-ES" sz="773" b="0" i="0" dirty="0" err="1">
                <a:latin typeface="NeueHaasUnicaW06-Light" panose="020B0404030206020203" pitchFamily="34" charset="0"/>
              </a:rPr>
              <a:t>ilvsilver.com</a:t>
            </a:r>
            <a:endParaRPr lang="es-ES" sz="773" b="0" i="0" dirty="0">
              <a:latin typeface="NeueHaasUnicaW06-Light" panose="020B0404030206020203" pitchFamily="34" charset="0"/>
            </a:endParaRPr>
          </a:p>
          <a:p>
            <a:pPr algn="r" defTabSz="2151399">
              <a:lnSpc>
                <a:spcPct val="10000"/>
              </a:lnSpc>
              <a:spcBef>
                <a:spcPts val="1195"/>
              </a:spcBef>
              <a:defRPr sz="1000">
                <a:solidFill>
                  <a:srgbClr val="323232"/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sz="773" b="0" i="0" dirty="0" err="1">
                <a:latin typeface="NeueHaasUnicaW06-Light" panose="020B0404030206020203" pitchFamily="34" charset="0"/>
              </a:rPr>
              <a:t>Linkedin</a:t>
            </a:r>
            <a:r>
              <a:rPr sz="773" b="0" i="0" dirty="0">
                <a:latin typeface="NeueHaasUnicaW06-Light" panose="020B0404030206020203" pitchFamily="34" charset="0"/>
              </a:rPr>
              <a:t>/ILVSILVER</a:t>
            </a:r>
          </a:p>
        </p:txBody>
      </p:sp>
      <p:pic>
        <p:nvPicPr>
          <p:cNvPr id="19" name="ILV SIVLER - logo - Pantone606.png" descr="ILV SIVLER - logo - Pantone606.png">
            <a:extLst>
              <a:ext uri="{FF2B5EF4-FFF2-40B4-BE49-F238E27FC236}">
                <a16:creationId xmlns:a16="http://schemas.microsoft.com/office/drawing/2014/main" id="{AAFC9CE8-5056-A349-82D0-A059A9AC3CD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054" y="592166"/>
            <a:ext cx="1534860" cy="339731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Línea">
            <a:extLst>
              <a:ext uri="{FF2B5EF4-FFF2-40B4-BE49-F238E27FC236}">
                <a16:creationId xmlns:a16="http://schemas.microsoft.com/office/drawing/2014/main" id="{1AEFE053-4F09-4040-894E-3BF30CD48264}"/>
              </a:ext>
            </a:extLst>
          </p:cNvPr>
          <p:cNvSpPr/>
          <p:nvPr/>
        </p:nvSpPr>
        <p:spPr>
          <a:xfrm flipH="1">
            <a:off x="0" y="5404350"/>
            <a:ext cx="2544534" cy="0"/>
          </a:xfrm>
          <a:prstGeom prst="line">
            <a:avLst/>
          </a:prstGeom>
          <a:ln w="12700">
            <a:solidFill>
              <a:schemeClr val="bg1"/>
            </a:solidFill>
            <a:miter lim="400000"/>
          </a:ln>
        </p:spPr>
        <p:txBody>
          <a:bodyPr lIns="43772" tIns="43772" rIns="43772" bIns="43772"/>
          <a:lstStyle/>
          <a:p>
            <a:pPr defTabSz="2151399">
              <a:lnSpc>
                <a:spcPct val="90000"/>
              </a:lnSpc>
              <a:spcBef>
                <a:spcPts val="2109"/>
              </a:spcBef>
              <a:defRPr sz="3200"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pPr>
            <a:endParaRPr sz="2250"/>
          </a:p>
        </p:txBody>
      </p:sp>
      <p:sp>
        <p:nvSpPr>
          <p:cNvPr id="21" name="ILV SILVER TRANSACTIONS, S.L.…">
            <a:extLst>
              <a:ext uri="{FF2B5EF4-FFF2-40B4-BE49-F238E27FC236}">
                <a16:creationId xmlns:a16="http://schemas.microsoft.com/office/drawing/2014/main" id="{0F12282F-360D-5D40-85D4-A10CFC65413C}"/>
              </a:ext>
            </a:extLst>
          </p:cNvPr>
          <p:cNvSpPr txBox="1"/>
          <p:nvPr/>
        </p:nvSpPr>
        <p:spPr>
          <a:xfrm>
            <a:off x="265236" y="1159003"/>
            <a:ext cx="1952054" cy="353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341" tIns="40341" rIns="40341" bIns="40341">
            <a:spAutoFit/>
          </a:bodyPr>
          <a:lstStyle/>
          <a:p>
            <a:pPr algn="r" defTabSz="2151399">
              <a:spcBef>
                <a:spcPts val="914"/>
              </a:spcBef>
              <a:defRPr sz="1000">
                <a:latin typeface="Interstate-RegularN"/>
                <a:ea typeface="Interstate-RegularN"/>
                <a:cs typeface="Interstate-RegularN"/>
                <a:sym typeface="Interstate-RegularN"/>
              </a:defRPr>
            </a:pPr>
            <a:r>
              <a:rPr sz="703" b="0" i="0" dirty="0">
                <a:latin typeface="Neue Haas Unica W1G Light" panose="020B0404030206020203" pitchFamily="34" charset="0"/>
              </a:rPr>
              <a:t>ILV SILVER </a:t>
            </a:r>
            <a:r>
              <a:rPr sz="703" b="0" i="0" dirty="0">
                <a:latin typeface="NeueHaasUnicaW06-Light" panose="020B0404030206020203" pitchFamily="34" charset="0"/>
              </a:rPr>
              <a:t>TRANSACTIONS</a:t>
            </a:r>
            <a:r>
              <a:rPr sz="703" b="0" i="0" dirty="0">
                <a:latin typeface="Neue Haas Unica W1G Light" panose="020B0404030206020203" pitchFamily="34" charset="0"/>
              </a:rPr>
              <a:t>, S.L.</a:t>
            </a:r>
          </a:p>
          <a:p>
            <a:pPr algn="r" defTabSz="2151399">
              <a:lnSpc>
                <a:spcPct val="30000"/>
              </a:lnSpc>
              <a:spcBef>
                <a:spcPts val="914"/>
              </a:spcBef>
              <a:defRPr sz="1000"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sz="703" b="0" i="0" dirty="0">
                <a:latin typeface="Neue Haas Unica W1G Light" panose="020B0404030206020203" pitchFamily="34" charset="0"/>
              </a:rPr>
              <a:t>CIF: B-64823123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EA0B92C1-C1C0-5C43-870A-9BAE70FA47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7803" y="5819008"/>
            <a:ext cx="1829487" cy="768364"/>
          </a:xfrm>
          <a:prstGeom prst="rect">
            <a:avLst/>
          </a:prstGeom>
        </p:spPr>
        <p:txBody>
          <a:bodyPr/>
          <a:lstStyle>
            <a:lvl1pPr algn="r">
              <a:buNone/>
              <a:defRPr b="0">
                <a:latin typeface="NeueHaasUnicaW06-Bold" panose="020B0804030206020203" pitchFamily="34" charset="0"/>
              </a:defRPr>
            </a:lvl1pPr>
            <a:lvl2pPr algn="r">
              <a:buNone/>
              <a:defRPr>
                <a:latin typeface="NeueHaasUnicaW06-Light" panose="020B0404030206020203" pitchFamily="34" charset="0"/>
              </a:defRPr>
            </a:lvl2pPr>
          </a:lstStyle>
          <a:p>
            <a:pPr lvl="0"/>
            <a:r>
              <a:rPr lang="es-ES" dirty="0"/>
              <a:t>Nombre</a:t>
            </a:r>
          </a:p>
          <a:p>
            <a:pPr lvl="1"/>
            <a:r>
              <a:rPr lang="es-ES" dirty="0"/>
              <a:t>Segundo nivel</a:t>
            </a:r>
          </a:p>
        </p:txBody>
      </p:sp>
    </p:spTree>
    <p:extLst>
      <p:ext uri="{BB962C8B-B14F-4D97-AF65-F5344CB8AC3E}">
        <p14:creationId xmlns:p14="http://schemas.microsoft.com/office/powerpoint/2010/main" val="57297972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NCIAL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33C71BC-3D97-A040-83ED-B5BADCAA96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2819" y="5260788"/>
            <a:ext cx="4958604" cy="495041"/>
          </a:xfrm>
          <a:prstGeom prst="rect">
            <a:avLst/>
          </a:prstGeom>
        </p:spPr>
        <p:txBody>
          <a:bodyPr anchor="t"/>
          <a:lstStyle>
            <a:lvl1pPr algn="r">
              <a:defRPr sz="1969" b="0" i="0">
                <a:solidFill>
                  <a:schemeClr val="tx1"/>
                </a:solidFill>
                <a:latin typeface="NeueHaasUnicaW06-Bold" panose="020B0804030206020203" pitchFamily="34" charset="0"/>
              </a:defRPr>
            </a:lvl1pPr>
          </a:lstStyle>
          <a:p>
            <a:r>
              <a:rPr lang="es-ES" dirty="0" err="1"/>
              <a:t>Financial</a:t>
            </a:r>
            <a:r>
              <a:rPr lang="es-ES" dirty="0"/>
              <a:t> </a:t>
            </a:r>
            <a:r>
              <a:rPr lang="es-ES" dirty="0" err="1"/>
              <a:t>Due</a:t>
            </a:r>
            <a:r>
              <a:rPr lang="es-ES" dirty="0"/>
              <a:t> </a:t>
            </a:r>
            <a:r>
              <a:rPr lang="es-ES" dirty="0" err="1"/>
              <a:t>Diligence</a:t>
            </a:r>
            <a:endParaRPr lang="es-ES" dirty="0"/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F1D09420-566A-C444-9F35-04C6A6CB9E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2818" y="5091863"/>
            <a:ext cx="4958603" cy="307198"/>
          </a:xfrm>
          <a:prstGeom prst="rect">
            <a:avLst/>
          </a:prstGeom>
        </p:spPr>
        <p:txBody>
          <a:bodyPr anchor="t"/>
          <a:lstStyle>
            <a:lvl1pPr algn="r">
              <a:buNone/>
              <a:defRPr sz="1125" b="0" i="0">
                <a:solidFill>
                  <a:schemeClr val="tx1"/>
                </a:solidFill>
                <a:latin typeface="Interstate-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SECTION #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B1B8FF5-278F-2448-93C0-04939F524921}"/>
              </a:ext>
            </a:extLst>
          </p:cNvPr>
          <p:cNvSpPr/>
          <p:nvPr/>
        </p:nvSpPr>
        <p:spPr>
          <a:xfrm>
            <a:off x="11889026" y="4866715"/>
            <a:ext cx="506558" cy="232922"/>
          </a:xfrm>
          <a:prstGeom prst="rect">
            <a:avLst/>
          </a:prstGeom>
          <a:solidFill>
            <a:srgbClr val="BFBFB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" name="Imagen" descr="Imagen">
            <a:extLst>
              <a:ext uri="{FF2B5EF4-FFF2-40B4-BE49-F238E27FC236}">
                <a16:creationId xmlns:a16="http://schemas.microsoft.com/office/drawing/2014/main" id="{C833DB4B-DDC2-7F41-8575-D8A9EE8016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74378693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X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33C71BC-3D97-A040-83ED-B5BADCAA96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2819" y="5260788"/>
            <a:ext cx="4958604" cy="495041"/>
          </a:xfrm>
          <a:prstGeom prst="rect">
            <a:avLst/>
          </a:prstGeom>
        </p:spPr>
        <p:txBody>
          <a:bodyPr anchor="t"/>
          <a:lstStyle>
            <a:lvl1pPr algn="r">
              <a:defRPr sz="1969" b="0" i="0">
                <a:solidFill>
                  <a:schemeClr val="tx1"/>
                </a:solidFill>
                <a:latin typeface="NeueHaasUnicaW06-Bold" panose="020B0804030206020203" pitchFamily="34" charset="0"/>
              </a:defRPr>
            </a:lvl1pPr>
          </a:lstStyle>
          <a:p>
            <a:r>
              <a:rPr lang="es-ES" dirty="0" err="1"/>
              <a:t>Tax</a:t>
            </a:r>
            <a:r>
              <a:rPr lang="es-ES" dirty="0"/>
              <a:t> </a:t>
            </a:r>
            <a:r>
              <a:rPr lang="es-ES" dirty="0" err="1"/>
              <a:t>Due</a:t>
            </a:r>
            <a:r>
              <a:rPr lang="es-ES" dirty="0"/>
              <a:t> </a:t>
            </a:r>
            <a:r>
              <a:rPr lang="es-ES" dirty="0" err="1"/>
              <a:t>Diligence</a:t>
            </a:r>
            <a:endParaRPr lang="es-ES" dirty="0"/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F1D09420-566A-C444-9F35-04C6A6CB9E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2818" y="5091863"/>
            <a:ext cx="4958603" cy="307198"/>
          </a:xfrm>
          <a:prstGeom prst="rect">
            <a:avLst/>
          </a:prstGeom>
        </p:spPr>
        <p:txBody>
          <a:bodyPr anchor="t"/>
          <a:lstStyle>
            <a:lvl1pPr algn="r">
              <a:buNone/>
              <a:defRPr sz="1125" b="0" i="0">
                <a:solidFill>
                  <a:schemeClr val="tx1"/>
                </a:solidFill>
                <a:latin typeface="Interstate-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SECTION #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B1B8FF5-278F-2448-93C0-04939F524921}"/>
              </a:ext>
            </a:extLst>
          </p:cNvPr>
          <p:cNvSpPr/>
          <p:nvPr/>
        </p:nvSpPr>
        <p:spPr>
          <a:xfrm>
            <a:off x="11889026" y="4866715"/>
            <a:ext cx="506558" cy="232922"/>
          </a:xfrm>
          <a:prstGeom prst="rect">
            <a:avLst/>
          </a:prstGeom>
          <a:solidFill>
            <a:srgbClr val="4C89A7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" name="Imagen" descr="Imagen">
            <a:extLst>
              <a:ext uri="{FF2B5EF4-FFF2-40B4-BE49-F238E27FC236}">
                <a16:creationId xmlns:a16="http://schemas.microsoft.com/office/drawing/2014/main" id="{3F5FE957-A450-504F-851D-1F9EFF9BA03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3990227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GAL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33C71BC-3D97-A040-83ED-B5BADCAA96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2819" y="5260788"/>
            <a:ext cx="4958604" cy="495041"/>
          </a:xfrm>
          <a:prstGeom prst="rect">
            <a:avLst/>
          </a:prstGeom>
        </p:spPr>
        <p:txBody>
          <a:bodyPr anchor="t"/>
          <a:lstStyle>
            <a:lvl1pPr algn="r">
              <a:defRPr sz="1969" b="0" i="0">
                <a:solidFill>
                  <a:schemeClr val="tx1"/>
                </a:solidFill>
                <a:latin typeface="NeueHaasUnicaW06-Bold" panose="020B0804030206020203" pitchFamily="34" charset="0"/>
              </a:defRPr>
            </a:lvl1pPr>
          </a:lstStyle>
          <a:p>
            <a:r>
              <a:rPr lang="es-ES" dirty="0"/>
              <a:t>Legal </a:t>
            </a:r>
            <a:r>
              <a:rPr lang="es-ES" dirty="0" err="1"/>
              <a:t>Due</a:t>
            </a:r>
            <a:r>
              <a:rPr lang="es-ES" dirty="0"/>
              <a:t> </a:t>
            </a:r>
            <a:r>
              <a:rPr lang="es-ES" dirty="0" err="1"/>
              <a:t>Diligence</a:t>
            </a:r>
            <a:endParaRPr lang="es-ES" dirty="0"/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F1D09420-566A-C444-9F35-04C6A6CB9E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2818" y="5091863"/>
            <a:ext cx="4958603" cy="307198"/>
          </a:xfrm>
          <a:prstGeom prst="rect">
            <a:avLst/>
          </a:prstGeom>
        </p:spPr>
        <p:txBody>
          <a:bodyPr anchor="t"/>
          <a:lstStyle>
            <a:lvl1pPr algn="r">
              <a:buNone/>
              <a:defRPr sz="1125" b="0" i="0">
                <a:solidFill>
                  <a:schemeClr val="tx1"/>
                </a:solidFill>
                <a:latin typeface="Interstate-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SECTION #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B1B8FF5-278F-2448-93C0-04939F524921}"/>
              </a:ext>
            </a:extLst>
          </p:cNvPr>
          <p:cNvSpPr/>
          <p:nvPr/>
        </p:nvSpPr>
        <p:spPr>
          <a:xfrm>
            <a:off x="11889026" y="4866715"/>
            <a:ext cx="506558" cy="232922"/>
          </a:xfrm>
          <a:prstGeom prst="rect">
            <a:avLst/>
          </a:prstGeom>
          <a:solidFill>
            <a:srgbClr val="9ACA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" name="Imagen" descr="Imagen">
            <a:extLst>
              <a:ext uri="{FF2B5EF4-FFF2-40B4-BE49-F238E27FC236}">
                <a16:creationId xmlns:a16="http://schemas.microsoft.com/office/drawing/2014/main" id="{F541B4D8-A40B-8A43-A3AC-CAE213EE7B4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5225935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BOUR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33C71BC-3D97-A040-83ED-B5BADCAA96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2819" y="5260788"/>
            <a:ext cx="4958604" cy="495041"/>
          </a:xfrm>
          <a:prstGeom prst="rect">
            <a:avLst/>
          </a:prstGeom>
        </p:spPr>
        <p:txBody>
          <a:bodyPr anchor="t"/>
          <a:lstStyle>
            <a:lvl1pPr algn="r">
              <a:defRPr sz="1969" b="0" i="0">
                <a:solidFill>
                  <a:schemeClr val="tx1"/>
                </a:solidFill>
                <a:latin typeface="NeueHaasUnicaW06-Bold" panose="020B0804030206020203" pitchFamily="34" charset="0"/>
              </a:defRPr>
            </a:lvl1pPr>
          </a:lstStyle>
          <a:p>
            <a:r>
              <a:rPr lang="es-ES" dirty="0" err="1"/>
              <a:t>Labour</a:t>
            </a:r>
            <a:r>
              <a:rPr lang="es-ES" dirty="0"/>
              <a:t> </a:t>
            </a:r>
            <a:r>
              <a:rPr lang="es-ES" dirty="0" err="1"/>
              <a:t>Due</a:t>
            </a:r>
            <a:r>
              <a:rPr lang="es-ES" dirty="0"/>
              <a:t> </a:t>
            </a:r>
            <a:r>
              <a:rPr lang="es-ES" dirty="0" err="1"/>
              <a:t>Diligence</a:t>
            </a:r>
            <a:endParaRPr lang="es-ES" dirty="0"/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F1D09420-566A-C444-9F35-04C6A6CB9E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2818" y="5091863"/>
            <a:ext cx="4958603" cy="307198"/>
          </a:xfrm>
          <a:prstGeom prst="rect">
            <a:avLst/>
          </a:prstGeom>
        </p:spPr>
        <p:txBody>
          <a:bodyPr anchor="t"/>
          <a:lstStyle>
            <a:lvl1pPr algn="r">
              <a:buNone/>
              <a:defRPr sz="1125" b="0" i="0">
                <a:solidFill>
                  <a:schemeClr val="tx1"/>
                </a:solidFill>
                <a:latin typeface="Interstate-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SECTION #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B1B8FF5-278F-2448-93C0-04939F524921}"/>
              </a:ext>
            </a:extLst>
          </p:cNvPr>
          <p:cNvSpPr/>
          <p:nvPr/>
        </p:nvSpPr>
        <p:spPr>
          <a:xfrm>
            <a:off x="11889026" y="4866715"/>
            <a:ext cx="506558" cy="232922"/>
          </a:xfrm>
          <a:prstGeom prst="rect">
            <a:avLst/>
          </a:prstGeom>
          <a:solidFill>
            <a:srgbClr val="EC4C9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" name="Imagen" descr="Imagen">
            <a:extLst>
              <a:ext uri="{FF2B5EF4-FFF2-40B4-BE49-F238E27FC236}">
                <a16:creationId xmlns:a16="http://schemas.microsoft.com/office/drawing/2014/main" id="{C939687E-00EF-8248-B877-DAB148C5FF0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6696545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T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33C71BC-3D97-A040-83ED-B5BADCAA96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2819" y="5260788"/>
            <a:ext cx="4958604" cy="495041"/>
          </a:xfrm>
          <a:prstGeom prst="rect">
            <a:avLst/>
          </a:prstGeom>
        </p:spPr>
        <p:txBody>
          <a:bodyPr anchor="t"/>
          <a:lstStyle>
            <a:lvl1pPr algn="r">
              <a:defRPr sz="1969" b="0" i="0">
                <a:solidFill>
                  <a:schemeClr val="tx1"/>
                </a:solidFill>
                <a:latin typeface="NeueHaasUnicaW06-Bold" panose="020B0804030206020203" pitchFamily="34" charset="0"/>
              </a:defRPr>
            </a:lvl1pPr>
          </a:lstStyle>
          <a:p>
            <a:r>
              <a:rPr lang="es-ES" dirty="0"/>
              <a:t>IT </a:t>
            </a:r>
            <a:r>
              <a:rPr lang="es-ES" dirty="0" err="1"/>
              <a:t>Due</a:t>
            </a:r>
            <a:r>
              <a:rPr lang="es-ES" dirty="0"/>
              <a:t> </a:t>
            </a:r>
            <a:r>
              <a:rPr lang="es-ES" dirty="0" err="1"/>
              <a:t>Diligence</a:t>
            </a:r>
            <a:endParaRPr lang="es-ES" dirty="0"/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F1D09420-566A-C444-9F35-04C6A6CB9E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2818" y="5091863"/>
            <a:ext cx="4958603" cy="307198"/>
          </a:xfrm>
          <a:prstGeom prst="rect">
            <a:avLst/>
          </a:prstGeom>
        </p:spPr>
        <p:txBody>
          <a:bodyPr anchor="t"/>
          <a:lstStyle>
            <a:lvl1pPr algn="r">
              <a:buNone/>
              <a:defRPr sz="1125" b="0" i="0">
                <a:solidFill>
                  <a:schemeClr val="tx1"/>
                </a:solidFill>
                <a:latin typeface="Interstate-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SECTION #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B1B8FF5-278F-2448-93C0-04939F524921}"/>
              </a:ext>
            </a:extLst>
          </p:cNvPr>
          <p:cNvSpPr/>
          <p:nvPr/>
        </p:nvSpPr>
        <p:spPr>
          <a:xfrm>
            <a:off x="11889026" y="4866715"/>
            <a:ext cx="506558" cy="232922"/>
          </a:xfrm>
          <a:prstGeom prst="rect">
            <a:avLst/>
          </a:prstGeom>
          <a:solidFill>
            <a:srgbClr val="E08D2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" name="Imagen" descr="Imagen">
            <a:extLst>
              <a:ext uri="{FF2B5EF4-FFF2-40B4-BE49-F238E27FC236}">
                <a16:creationId xmlns:a16="http://schemas.microsoft.com/office/drawing/2014/main" id="{6B0508CC-F06F-4143-BE54-7CCD24FE251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9220273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ENERAL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D02CF1AD-D6A7-874F-B4D0-EDB48BF1A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2819" y="5260788"/>
            <a:ext cx="4958604" cy="495041"/>
          </a:xfrm>
          <a:prstGeom prst="rect">
            <a:avLst/>
          </a:prstGeom>
        </p:spPr>
        <p:txBody>
          <a:bodyPr anchor="t"/>
          <a:lstStyle>
            <a:lvl1pPr algn="r">
              <a:defRPr sz="1969" b="0" i="0">
                <a:solidFill>
                  <a:schemeClr val="tx1"/>
                </a:solidFill>
                <a:latin typeface="NeueHaasUnicaW06-Bold" panose="020B0804030206020203" pitchFamily="34" charset="0"/>
              </a:defRPr>
            </a:lvl1pPr>
          </a:lstStyle>
          <a:p>
            <a:r>
              <a:rPr lang="es-ES" dirty="0" err="1"/>
              <a:t>Glossary</a:t>
            </a:r>
            <a:endParaRPr lang="es-ES" dirty="0"/>
          </a:p>
        </p:txBody>
      </p:sp>
      <p:sp>
        <p:nvSpPr>
          <p:cNvPr id="15" name="Marcador de texto 10">
            <a:extLst>
              <a:ext uri="{FF2B5EF4-FFF2-40B4-BE49-F238E27FC236}">
                <a16:creationId xmlns:a16="http://schemas.microsoft.com/office/drawing/2014/main" id="{7F55ADC6-4CF3-584D-9BE5-F92B2C8022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2818" y="5091863"/>
            <a:ext cx="4958603" cy="307198"/>
          </a:xfrm>
          <a:prstGeom prst="rect">
            <a:avLst/>
          </a:prstGeom>
        </p:spPr>
        <p:txBody>
          <a:bodyPr anchor="t"/>
          <a:lstStyle>
            <a:lvl1pPr algn="r">
              <a:buNone/>
              <a:defRPr sz="1125" b="0" i="0">
                <a:solidFill>
                  <a:schemeClr val="tx1"/>
                </a:solidFill>
                <a:latin typeface="Interstate-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SECTION #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73E5F6F-8BA0-8B46-9CFF-518372162113}"/>
              </a:ext>
            </a:extLst>
          </p:cNvPr>
          <p:cNvSpPr/>
          <p:nvPr/>
        </p:nvSpPr>
        <p:spPr>
          <a:xfrm>
            <a:off x="11889026" y="4866715"/>
            <a:ext cx="506558" cy="232922"/>
          </a:xfrm>
          <a:prstGeom prst="rect">
            <a:avLst/>
          </a:prstGeom>
          <a:solidFill>
            <a:srgbClr val="CFB923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" name="Imagen" descr="Imagen">
            <a:extLst>
              <a:ext uri="{FF2B5EF4-FFF2-40B4-BE49-F238E27FC236}">
                <a16:creationId xmlns:a16="http://schemas.microsoft.com/office/drawing/2014/main" id="{C6F241A3-8F4F-5943-8755-AEB093FF380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93983211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NCIAL Subsection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33C71BC-3D97-A040-83ED-B5BADCAA96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2819" y="5145633"/>
            <a:ext cx="4958604" cy="495041"/>
          </a:xfrm>
          <a:prstGeom prst="rect">
            <a:avLst/>
          </a:prstGeom>
        </p:spPr>
        <p:txBody>
          <a:bodyPr anchor="t"/>
          <a:lstStyle>
            <a:lvl1pPr algn="r">
              <a:defRPr sz="1969" b="0" i="0">
                <a:solidFill>
                  <a:schemeClr val="tx1"/>
                </a:solidFill>
                <a:latin typeface="NeueHaasUnicaW06-Bold" panose="020B0804030206020203" pitchFamily="34" charset="0"/>
              </a:defRPr>
            </a:lvl1pPr>
          </a:lstStyle>
          <a:p>
            <a:r>
              <a:rPr lang="es-ES" dirty="0" err="1"/>
              <a:t>Financial</a:t>
            </a:r>
            <a:r>
              <a:rPr lang="es-ES" dirty="0"/>
              <a:t> </a:t>
            </a:r>
            <a:r>
              <a:rPr lang="es-ES" dirty="0" err="1"/>
              <a:t>Due</a:t>
            </a:r>
            <a:r>
              <a:rPr lang="es-ES" dirty="0"/>
              <a:t> </a:t>
            </a:r>
            <a:r>
              <a:rPr lang="es-ES" dirty="0" err="1"/>
              <a:t>Diligence</a:t>
            </a:r>
            <a:endParaRPr lang="es-ES" dirty="0"/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F1D09420-566A-C444-9F35-04C6A6CB9E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2818" y="4976708"/>
            <a:ext cx="4958603" cy="307198"/>
          </a:xfrm>
          <a:prstGeom prst="rect">
            <a:avLst/>
          </a:prstGeom>
        </p:spPr>
        <p:txBody>
          <a:bodyPr anchor="t"/>
          <a:lstStyle>
            <a:lvl1pPr algn="r">
              <a:buNone/>
              <a:defRPr sz="1125" b="0" i="0">
                <a:solidFill>
                  <a:schemeClr val="tx1"/>
                </a:solidFill>
                <a:latin typeface="Interstate-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SECTION #</a:t>
            </a:r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69DFCC57-9E67-FC44-BB3F-4A751E0544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2536" y="5464581"/>
            <a:ext cx="4958953" cy="317004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266">
                <a:solidFill>
                  <a:srgbClr val="BFBFBF"/>
                </a:solidFill>
                <a:latin typeface="NeueHaasUnicaW06-Bold" panose="020B0804030206020203" pitchFamily="34" charset="0"/>
              </a:defRPr>
            </a:lvl1pPr>
            <a:lvl2pPr algn="r">
              <a:defRPr sz="1406">
                <a:latin typeface="NeueHaasUnicaW06-Bold" panose="020B0804030206020203" pitchFamily="34" charset="0"/>
              </a:defRPr>
            </a:lvl2pPr>
            <a:lvl3pPr algn="r">
              <a:defRPr sz="1406">
                <a:latin typeface="NeueHaasUnicaW06-Bold" panose="020B0804030206020203" pitchFamily="34" charset="0"/>
              </a:defRPr>
            </a:lvl3pPr>
            <a:lvl4pPr algn="r">
              <a:defRPr sz="1406">
                <a:latin typeface="NeueHaasUnicaW06-Bold" panose="020B0804030206020203" pitchFamily="34" charset="0"/>
              </a:defRPr>
            </a:lvl4pPr>
            <a:lvl5pPr algn="r">
              <a:defRPr sz="1406">
                <a:latin typeface="NeueHaasUnicaW06-Bold" panose="020B0804030206020203" pitchFamily="34" charset="0"/>
              </a:defRPr>
            </a:lvl5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Subsection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B1B8FF5-278F-2448-93C0-04939F524921}"/>
              </a:ext>
            </a:extLst>
          </p:cNvPr>
          <p:cNvSpPr/>
          <p:nvPr/>
        </p:nvSpPr>
        <p:spPr>
          <a:xfrm>
            <a:off x="11889026" y="4866715"/>
            <a:ext cx="506558" cy="232922"/>
          </a:xfrm>
          <a:prstGeom prst="rect">
            <a:avLst/>
          </a:prstGeom>
          <a:solidFill>
            <a:srgbClr val="BFBFB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" name="Imagen" descr="Imagen">
            <a:extLst>
              <a:ext uri="{FF2B5EF4-FFF2-40B4-BE49-F238E27FC236}">
                <a16:creationId xmlns:a16="http://schemas.microsoft.com/office/drawing/2014/main" id="{9A07D041-D744-1147-A8D0-FAF3B9AFE5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54348277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 TAX Subsection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33C71BC-3D97-A040-83ED-B5BADCAA96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2819" y="5145633"/>
            <a:ext cx="4958604" cy="495041"/>
          </a:xfrm>
          <a:prstGeom prst="rect">
            <a:avLst/>
          </a:prstGeom>
        </p:spPr>
        <p:txBody>
          <a:bodyPr anchor="t"/>
          <a:lstStyle>
            <a:lvl1pPr algn="r">
              <a:defRPr sz="1969" b="0" i="0">
                <a:solidFill>
                  <a:schemeClr val="tx1"/>
                </a:solidFill>
                <a:latin typeface="NeueHaasUnicaW06-Bold" panose="020B0804030206020203" pitchFamily="34" charset="0"/>
              </a:defRPr>
            </a:lvl1pPr>
          </a:lstStyle>
          <a:p>
            <a:r>
              <a:rPr lang="es-ES" dirty="0" err="1"/>
              <a:t>Tax</a:t>
            </a:r>
            <a:r>
              <a:rPr lang="es-ES" dirty="0"/>
              <a:t> </a:t>
            </a:r>
            <a:r>
              <a:rPr lang="es-ES" dirty="0" err="1"/>
              <a:t>Due</a:t>
            </a:r>
            <a:r>
              <a:rPr lang="es-ES" dirty="0"/>
              <a:t> </a:t>
            </a:r>
            <a:r>
              <a:rPr lang="es-ES" dirty="0" err="1"/>
              <a:t>Diligence</a:t>
            </a:r>
            <a:endParaRPr lang="es-ES" dirty="0"/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F1D09420-566A-C444-9F35-04C6A6CB9E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2818" y="4976708"/>
            <a:ext cx="4958603" cy="307198"/>
          </a:xfrm>
          <a:prstGeom prst="rect">
            <a:avLst/>
          </a:prstGeom>
        </p:spPr>
        <p:txBody>
          <a:bodyPr anchor="t"/>
          <a:lstStyle>
            <a:lvl1pPr algn="r">
              <a:buNone/>
              <a:defRPr sz="1125" b="0" i="0">
                <a:solidFill>
                  <a:schemeClr val="tx1"/>
                </a:solidFill>
                <a:latin typeface="Interstate-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SECTION #</a:t>
            </a:r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69DFCC57-9E67-FC44-BB3F-4A751E0544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2536" y="5464581"/>
            <a:ext cx="4958953" cy="317004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266">
                <a:solidFill>
                  <a:srgbClr val="4C89A7"/>
                </a:solidFill>
                <a:latin typeface="NeueHaasUnicaW06-Bold" panose="020B0804030206020203" pitchFamily="34" charset="0"/>
              </a:defRPr>
            </a:lvl1pPr>
            <a:lvl2pPr algn="r">
              <a:defRPr sz="1406">
                <a:latin typeface="NeueHaasUnicaW06-Bold" panose="020B0804030206020203" pitchFamily="34" charset="0"/>
              </a:defRPr>
            </a:lvl2pPr>
            <a:lvl3pPr algn="r">
              <a:defRPr sz="1406">
                <a:latin typeface="NeueHaasUnicaW06-Bold" panose="020B0804030206020203" pitchFamily="34" charset="0"/>
              </a:defRPr>
            </a:lvl3pPr>
            <a:lvl4pPr algn="r">
              <a:defRPr sz="1406">
                <a:latin typeface="NeueHaasUnicaW06-Bold" panose="020B0804030206020203" pitchFamily="34" charset="0"/>
              </a:defRPr>
            </a:lvl4pPr>
            <a:lvl5pPr algn="r">
              <a:defRPr sz="1406">
                <a:latin typeface="NeueHaasUnicaW06-Bold" panose="020B0804030206020203" pitchFamily="34" charset="0"/>
              </a:defRPr>
            </a:lvl5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Subsection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B1B8FF5-278F-2448-93C0-04939F524921}"/>
              </a:ext>
            </a:extLst>
          </p:cNvPr>
          <p:cNvSpPr/>
          <p:nvPr/>
        </p:nvSpPr>
        <p:spPr>
          <a:xfrm>
            <a:off x="11889026" y="4866715"/>
            <a:ext cx="506558" cy="232922"/>
          </a:xfrm>
          <a:prstGeom prst="rect">
            <a:avLst/>
          </a:prstGeom>
          <a:solidFill>
            <a:srgbClr val="4C89A7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" name="Imagen" descr="Imagen">
            <a:extLst>
              <a:ext uri="{FF2B5EF4-FFF2-40B4-BE49-F238E27FC236}">
                <a16:creationId xmlns:a16="http://schemas.microsoft.com/office/drawing/2014/main" id="{486D1182-9FDC-944B-84E0-FCB33F4E637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65873401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GAL Subsection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33C71BC-3D97-A040-83ED-B5BADCAA96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2819" y="5145633"/>
            <a:ext cx="4958604" cy="495041"/>
          </a:xfrm>
          <a:prstGeom prst="rect">
            <a:avLst/>
          </a:prstGeom>
        </p:spPr>
        <p:txBody>
          <a:bodyPr anchor="t"/>
          <a:lstStyle>
            <a:lvl1pPr algn="r">
              <a:defRPr sz="1969" b="0" i="0">
                <a:solidFill>
                  <a:schemeClr val="tx1"/>
                </a:solidFill>
                <a:latin typeface="NeueHaasUnicaW06-Bold" panose="020B0804030206020203" pitchFamily="34" charset="0"/>
              </a:defRPr>
            </a:lvl1pPr>
          </a:lstStyle>
          <a:p>
            <a:r>
              <a:rPr lang="es-ES" dirty="0"/>
              <a:t>Legal </a:t>
            </a:r>
            <a:r>
              <a:rPr lang="es-ES" dirty="0" err="1"/>
              <a:t>Due</a:t>
            </a:r>
            <a:r>
              <a:rPr lang="es-ES" dirty="0"/>
              <a:t> </a:t>
            </a:r>
            <a:r>
              <a:rPr lang="es-ES" dirty="0" err="1"/>
              <a:t>Diligence</a:t>
            </a:r>
            <a:endParaRPr lang="es-ES" dirty="0"/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F1D09420-566A-C444-9F35-04C6A6CB9E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2818" y="4976708"/>
            <a:ext cx="4958603" cy="307198"/>
          </a:xfrm>
          <a:prstGeom prst="rect">
            <a:avLst/>
          </a:prstGeom>
        </p:spPr>
        <p:txBody>
          <a:bodyPr anchor="t"/>
          <a:lstStyle>
            <a:lvl1pPr algn="r">
              <a:buNone/>
              <a:defRPr sz="1125" b="0" i="0">
                <a:solidFill>
                  <a:schemeClr val="tx1"/>
                </a:solidFill>
                <a:latin typeface="Interstate-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SECTION #</a:t>
            </a:r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69DFCC57-9E67-FC44-BB3F-4A751E0544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2536" y="5464581"/>
            <a:ext cx="4958953" cy="317004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266">
                <a:solidFill>
                  <a:srgbClr val="9ACA00"/>
                </a:solidFill>
                <a:latin typeface="NeueHaasUnicaW06-Bold" panose="020B0804030206020203" pitchFamily="34" charset="0"/>
              </a:defRPr>
            </a:lvl1pPr>
            <a:lvl2pPr algn="r">
              <a:defRPr sz="1406">
                <a:latin typeface="NeueHaasUnicaW06-Bold" panose="020B0804030206020203" pitchFamily="34" charset="0"/>
              </a:defRPr>
            </a:lvl2pPr>
            <a:lvl3pPr algn="r">
              <a:defRPr sz="1406">
                <a:latin typeface="NeueHaasUnicaW06-Bold" panose="020B0804030206020203" pitchFamily="34" charset="0"/>
              </a:defRPr>
            </a:lvl3pPr>
            <a:lvl4pPr algn="r">
              <a:defRPr sz="1406">
                <a:latin typeface="NeueHaasUnicaW06-Bold" panose="020B0804030206020203" pitchFamily="34" charset="0"/>
              </a:defRPr>
            </a:lvl4pPr>
            <a:lvl5pPr algn="r">
              <a:defRPr sz="1406">
                <a:latin typeface="NeueHaasUnicaW06-Bold" panose="020B0804030206020203" pitchFamily="34" charset="0"/>
              </a:defRPr>
            </a:lvl5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Subsection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B1B8FF5-278F-2448-93C0-04939F524921}"/>
              </a:ext>
            </a:extLst>
          </p:cNvPr>
          <p:cNvSpPr/>
          <p:nvPr/>
        </p:nvSpPr>
        <p:spPr>
          <a:xfrm>
            <a:off x="11889026" y="4866715"/>
            <a:ext cx="506558" cy="232922"/>
          </a:xfrm>
          <a:prstGeom prst="rect">
            <a:avLst/>
          </a:prstGeom>
          <a:solidFill>
            <a:srgbClr val="9ACA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" name="Imagen" descr="Imagen">
            <a:extLst>
              <a:ext uri="{FF2B5EF4-FFF2-40B4-BE49-F238E27FC236}">
                <a16:creationId xmlns:a16="http://schemas.microsoft.com/office/drawing/2014/main" id="{55979A89-9691-5147-A335-7BF84FCFFA1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35164519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BOUR Subsection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33C71BC-3D97-A040-83ED-B5BADCAA96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2819" y="5145633"/>
            <a:ext cx="4958604" cy="495041"/>
          </a:xfrm>
          <a:prstGeom prst="rect">
            <a:avLst/>
          </a:prstGeom>
        </p:spPr>
        <p:txBody>
          <a:bodyPr anchor="t"/>
          <a:lstStyle>
            <a:lvl1pPr algn="r">
              <a:defRPr sz="1969" b="0" i="0">
                <a:solidFill>
                  <a:schemeClr val="tx1"/>
                </a:solidFill>
                <a:latin typeface="NeueHaasUnicaW06-Bold" panose="020B0804030206020203" pitchFamily="34" charset="0"/>
              </a:defRPr>
            </a:lvl1pPr>
          </a:lstStyle>
          <a:p>
            <a:r>
              <a:rPr lang="es-ES" dirty="0" err="1"/>
              <a:t>Labour</a:t>
            </a:r>
            <a:r>
              <a:rPr lang="es-ES" dirty="0"/>
              <a:t> </a:t>
            </a:r>
            <a:r>
              <a:rPr lang="es-ES" dirty="0" err="1"/>
              <a:t>Due</a:t>
            </a:r>
            <a:r>
              <a:rPr lang="es-ES" dirty="0"/>
              <a:t> </a:t>
            </a:r>
            <a:r>
              <a:rPr lang="es-ES" dirty="0" err="1"/>
              <a:t>Diligence</a:t>
            </a:r>
            <a:endParaRPr lang="es-ES" dirty="0"/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F1D09420-566A-C444-9F35-04C6A6CB9E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2818" y="4976708"/>
            <a:ext cx="4958603" cy="307198"/>
          </a:xfrm>
          <a:prstGeom prst="rect">
            <a:avLst/>
          </a:prstGeom>
        </p:spPr>
        <p:txBody>
          <a:bodyPr anchor="t"/>
          <a:lstStyle>
            <a:lvl1pPr algn="r">
              <a:buNone/>
              <a:defRPr sz="1125" b="0" i="0">
                <a:solidFill>
                  <a:schemeClr val="tx1"/>
                </a:solidFill>
                <a:latin typeface="Interstate-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SECTION #</a:t>
            </a:r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69DFCC57-9E67-FC44-BB3F-4A751E0544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2536" y="5464581"/>
            <a:ext cx="4958953" cy="317004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266">
                <a:solidFill>
                  <a:srgbClr val="EC4C98"/>
                </a:solidFill>
                <a:latin typeface="NeueHaasUnicaW06-Bold" panose="020B0804030206020203" pitchFamily="34" charset="0"/>
              </a:defRPr>
            </a:lvl1pPr>
            <a:lvl2pPr algn="r">
              <a:defRPr sz="1406">
                <a:latin typeface="NeueHaasUnicaW06-Bold" panose="020B0804030206020203" pitchFamily="34" charset="0"/>
              </a:defRPr>
            </a:lvl2pPr>
            <a:lvl3pPr algn="r">
              <a:defRPr sz="1406">
                <a:latin typeface="NeueHaasUnicaW06-Bold" panose="020B0804030206020203" pitchFamily="34" charset="0"/>
              </a:defRPr>
            </a:lvl3pPr>
            <a:lvl4pPr algn="r">
              <a:defRPr sz="1406">
                <a:latin typeface="NeueHaasUnicaW06-Bold" panose="020B0804030206020203" pitchFamily="34" charset="0"/>
              </a:defRPr>
            </a:lvl4pPr>
            <a:lvl5pPr algn="r">
              <a:defRPr sz="1406">
                <a:latin typeface="NeueHaasUnicaW06-Bold" panose="020B0804030206020203" pitchFamily="34" charset="0"/>
              </a:defRPr>
            </a:lvl5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Subsection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B1B8FF5-278F-2448-93C0-04939F524921}"/>
              </a:ext>
            </a:extLst>
          </p:cNvPr>
          <p:cNvSpPr/>
          <p:nvPr/>
        </p:nvSpPr>
        <p:spPr>
          <a:xfrm>
            <a:off x="11889026" y="4866715"/>
            <a:ext cx="506558" cy="232922"/>
          </a:xfrm>
          <a:prstGeom prst="rect">
            <a:avLst/>
          </a:prstGeom>
          <a:solidFill>
            <a:srgbClr val="EC4C9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" name="Imagen" descr="Imagen">
            <a:extLst>
              <a:ext uri="{FF2B5EF4-FFF2-40B4-BE49-F238E27FC236}">
                <a16:creationId xmlns:a16="http://schemas.microsoft.com/office/drawing/2014/main" id="{AB37EA18-44BD-6645-9AE9-A07463BAD62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0301500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T Subsection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33C71BC-3D97-A040-83ED-B5BADCAA96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2819" y="5145633"/>
            <a:ext cx="4958604" cy="495041"/>
          </a:xfrm>
          <a:prstGeom prst="rect">
            <a:avLst/>
          </a:prstGeom>
        </p:spPr>
        <p:txBody>
          <a:bodyPr anchor="t"/>
          <a:lstStyle>
            <a:lvl1pPr algn="r">
              <a:defRPr sz="1969" b="0" i="0">
                <a:solidFill>
                  <a:schemeClr val="tx1"/>
                </a:solidFill>
                <a:latin typeface="NeueHaasUnicaW06-Bold" panose="020B0804030206020203" pitchFamily="34" charset="0"/>
              </a:defRPr>
            </a:lvl1pPr>
          </a:lstStyle>
          <a:p>
            <a:r>
              <a:rPr lang="es-ES" dirty="0"/>
              <a:t>IT </a:t>
            </a:r>
            <a:r>
              <a:rPr lang="es-ES" dirty="0" err="1"/>
              <a:t>Due</a:t>
            </a:r>
            <a:r>
              <a:rPr lang="es-ES" dirty="0"/>
              <a:t> </a:t>
            </a:r>
            <a:r>
              <a:rPr lang="es-ES" dirty="0" err="1"/>
              <a:t>Diligence</a:t>
            </a:r>
            <a:endParaRPr lang="es-ES" dirty="0"/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F1D09420-566A-C444-9F35-04C6A6CB9E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2818" y="4976708"/>
            <a:ext cx="4958603" cy="307198"/>
          </a:xfrm>
          <a:prstGeom prst="rect">
            <a:avLst/>
          </a:prstGeom>
        </p:spPr>
        <p:txBody>
          <a:bodyPr anchor="t"/>
          <a:lstStyle>
            <a:lvl1pPr algn="r">
              <a:buNone/>
              <a:defRPr sz="1125" b="0" i="0">
                <a:solidFill>
                  <a:schemeClr val="tx1"/>
                </a:solidFill>
                <a:latin typeface="Interstate-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SECTION #</a:t>
            </a:r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69DFCC57-9E67-FC44-BB3F-4A751E0544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2536" y="5464581"/>
            <a:ext cx="4958953" cy="317004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266">
                <a:solidFill>
                  <a:srgbClr val="E08D2B"/>
                </a:solidFill>
                <a:latin typeface="NeueHaasUnicaW06-Bold" panose="020B0804030206020203" pitchFamily="34" charset="0"/>
              </a:defRPr>
            </a:lvl1pPr>
            <a:lvl2pPr algn="r">
              <a:defRPr sz="1406">
                <a:latin typeface="NeueHaasUnicaW06-Bold" panose="020B0804030206020203" pitchFamily="34" charset="0"/>
              </a:defRPr>
            </a:lvl2pPr>
            <a:lvl3pPr algn="r">
              <a:defRPr sz="1406">
                <a:latin typeface="NeueHaasUnicaW06-Bold" panose="020B0804030206020203" pitchFamily="34" charset="0"/>
              </a:defRPr>
            </a:lvl3pPr>
            <a:lvl4pPr algn="r">
              <a:defRPr sz="1406">
                <a:latin typeface="NeueHaasUnicaW06-Bold" panose="020B0804030206020203" pitchFamily="34" charset="0"/>
              </a:defRPr>
            </a:lvl4pPr>
            <a:lvl5pPr algn="r">
              <a:defRPr sz="1406">
                <a:latin typeface="NeueHaasUnicaW06-Bold" panose="020B0804030206020203" pitchFamily="34" charset="0"/>
              </a:defRPr>
            </a:lvl5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Subsection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B1B8FF5-278F-2448-93C0-04939F524921}"/>
              </a:ext>
            </a:extLst>
          </p:cNvPr>
          <p:cNvSpPr/>
          <p:nvPr/>
        </p:nvSpPr>
        <p:spPr>
          <a:xfrm>
            <a:off x="11889026" y="4866715"/>
            <a:ext cx="506558" cy="232922"/>
          </a:xfrm>
          <a:prstGeom prst="rect">
            <a:avLst/>
          </a:prstGeom>
          <a:solidFill>
            <a:srgbClr val="E08D2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" name="Imagen" descr="Imagen">
            <a:extLst>
              <a:ext uri="{FF2B5EF4-FFF2-40B4-BE49-F238E27FC236}">
                <a16:creationId xmlns:a16="http://schemas.microsoft.com/office/drawing/2014/main" id="{13B21434-321D-124D-8CB4-D7D34683226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4745426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ge 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n" descr="Imagen">
            <a:extLst>
              <a:ext uri="{FF2B5EF4-FFF2-40B4-BE49-F238E27FC236}">
                <a16:creationId xmlns:a16="http://schemas.microsoft.com/office/drawing/2014/main" id="{439A40A5-FE96-DD46-9A95-9D852B240A4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E30EB1D9-1952-F94A-9696-C508AA0A017D}"/>
              </a:ext>
            </a:extLst>
          </p:cNvPr>
          <p:cNvCxnSpPr/>
          <p:nvPr/>
        </p:nvCxnSpPr>
        <p:spPr>
          <a:xfrm>
            <a:off x="593824" y="527816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62">
            <a:extLst>
              <a:ext uri="{FF2B5EF4-FFF2-40B4-BE49-F238E27FC236}">
                <a16:creationId xmlns:a16="http://schemas.microsoft.com/office/drawing/2014/main" id="{DA9AAD4C-8187-5B47-8F0A-A4A050C662C2}"/>
              </a:ext>
            </a:extLst>
          </p:cNvPr>
          <p:cNvSpPr txBox="1"/>
          <p:nvPr/>
        </p:nvSpPr>
        <p:spPr>
          <a:xfrm>
            <a:off x="1426890" y="6373986"/>
            <a:ext cx="619958" cy="189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0281" tIns="40281" rIns="40281" bIns="40281" anchor="t">
            <a:spAutoFit/>
          </a:bodyPr>
          <a:lstStyle>
            <a:lvl1pPr algn="r" defTabSz="1424392">
              <a:defRPr sz="1000">
                <a:solidFill>
                  <a:srgbClr val="808080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pPr algn="l"/>
            <a:r>
              <a:rPr lang="es-ES" sz="703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Project </a:t>
            </a:r>
            <a:r>
              <a:rPr lang="es-ES" sz="703" b="0" i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Name</a:t>
            </a:r>
            <a:endParaRPr lang="es-ES" sz="703" b="0" i="0" dirty="0">
              <a:solidFill>
                <a:schemeClr val="tx1">
                  <a:lumMod val="65000"/>
                  <a:lumOff val="35000"/>
                </a:schemeClr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FF317FCB-64A7-9848-AF8B-D7177CB28510}"/>
              </a:ext>
            </a:extLst>
          </p:cNvPr>
          <p:cNvCxnSpPr/>
          <p:nvPr/>
        </p:nvCxnSpPr>
        <p:spPr>
          <a:xfrm>
            <a:off x="593824" y="6323183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7DFB313-F965-CF4E-8083-F881D2E403E3}"/>
              </a:ext>
            </a:extLst>
          </p:cNvPr>
          <p:cNvSpPr txBox="1">
            <a:spLocks/>
          </p:cNvSpPr>
          <p:nvPr/>
        </p:nvSpPr>
        <p:spPr>
          <a:xfrm>
            <a:off x="11329357" y="6376608"/>
            <a:ext cx="36643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ct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946EAFFB-FB0C-A74B-ADB4-A66DEAE91EB9}" type="slidenum">
              <a:rPr kumimoji="0" lang="es-ES" sz="703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NeueHaasUnicaW06-Bold" panose="020B0804030206020203" pitchFamily="34" charset="0"/>
                <a:ea typeface="Century Gothic"/>
                <a:cs typeface="Century Gothic"/>
                <a:sym typeface="Century Gothic"/>
              </a:rPr>
              <a:pPr marL="0" marR="0" indent="0" algn="ctr" defTabSz="80679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‹Nº›</a:t>
            </a:fld>
            <a:endParaRPr kumimoji="0" lang="es-ES" sz="703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NeueHaasUnicaW06-Bold" panose="020B0804030206020203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F73373E3-F1CB-DF4D-A5C8-B064259793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767" y="314772"/>
            <a:ext cx="4716363" cy="246683"/>
          </a:xfrm>
          <a:prstGeom prst="rect">
            <a:avLst/>
          </a:prstGeom>
        </p:spPr>
        <p:txBody>
          <a:bodyPr anchor="t"/>
          <a:lstStyle>
            <a:lvl1pPr algn="l">
              <a:buFontTx/>
              <a:buNone/>
              <a:defRPr sz="844" b="0" i="0">
                <a:latin typeface="NeueHaasUnicaW06-Bold" panose="020B0804030206020203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00482D3A-90C5-3846-A6C1-29DFDC08C5E3}"/>
              </a:ext>
            </a:extLst>
          </p:cNvPr>
          <p:cNvSpPr txBox="1"/>
          <p:nvPr/>
        </p:nvSpPr>
        <p:spPr>
          <a:xfrm>
            <a:off x="9985380" y="6376608"/>
            <a:ext cx="129778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703" u="none" strike="noStrike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January</a:t>
            </a:r>
            <a:r>
              <a:rPr kumimoji="0" lang="es-ES" sz="703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 2021</a:t>
            </a:r>
          </a:p>
        </p:txBody>
      </p:sp>
      <p:sp>
        <p:nvSpPr>
          <p:cNvPr id="56" name="ILV SILVER   I   Deal Advisory">
            <a:extLst>
              <a:ext uri="{FF2B5EF4-FFF2-40B4-BE49-F238E27FC236}">
                <a16:creationId xmlns:a16="http://schemas.microsoft.com/office/drawing/2014/main" id="{3BAC3CA0-77EB-5844-B4C4-795369DA6415}"/>
              </a:ext>
            </a:extLst>
          </p:cNvPr>
          <p:cNvSpPr txBox="1"/>
          <p:nvPr/>
        </p:nvSpPr>
        <p:spPr>
          <a:xfrm>
            <a:off x="560339" y="6379290"/>
            <a:ext cx="726284" cy="178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341" tIns="40341" rIns="40341" bIns="40341" anchor="t">
            <a:spAutoFit/>
          </a:bodyPr>
          <a:lstStyle>
            <a:lvl1pPr defTabSz="3059876">
              <a:lnSpc>
                <a:spcPct val="90000"/>
              </a:lnSpc>
              <a:spcBef>
                <a:spcPts val="3000"/>
              </a:spcBef>
              <a:defRPr sz="1200">
                <a:solidFill>
                  <a:srgbClr val="5E5E5E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r>
              <a:rPr lang="es-ES" sz="703" b="0" i="0" dirty="0">
                <a:solidFill>
                  <a:schemeClr val="bg2"/>
                </a:solidFill>
                <a:latin typeface="NeueHaasUnicaW06-Light" panose="020B0404030206020203" pitchFamily="34" charset="0"/>
              </a:rPr>
              <a:t>ILV SILVER </a:t>
            </a:r>
            <a:endParaRPr sz="703" b="0" i="0" dirty="0">
              <a:solidFill>
                <a:schemeClr val="bg2"/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87793CC9-232C-9542-82AE-8543E69AF267}"/>
              </a:ext>
            </a:extLst>
          </p:cNvPr>
          <p:cNvCxnSpPr>
            <a:cxnSpLocks/>
          </p:cNvCxnSpPr>
          <p:nvPr/>
        </p:nvCxnSpPr>
        <p:spPr>
          <a:xfrm>
            <a:off x="133669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8" name="Rectángulo 57">
            <a:extLst>
              <a:ext uri="{FF2B5EF4-FFF2-40B4-BE49-F238E27FC236}">
                <a16:creationId xmlns:a16="http://schemas.microsoft.com/office/drawing/2014/main" id="{AB9B5633-E397-7F4F-B240-ABBB88482489}"/>
              </a:ext>
            </a:extLst>
          </p:cNvPr>
          <p:cNvSpPr/>
          <p:nvPr/>
        </p:nvSpPr>
        <p:spPr>
          <a:xfrm>
            <a:off x="5738000" y="6382199"/>
            <a:ext cx="1447832" cy="2005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703" b="0" i="0" dirty="0">
                <a:solidFill>
                  <a:srgbClr val="CFB923"/>
                </a:solidFill>
                <a:latin typeface="Interstate Light" pitchFamily="2" charset="77"/>
              </a:rPr>
              <a:t>DRAFT SUBJECT TO CHANGES</a:t>
            </a:r>
          </a:p>
        </p:txBody>
      </p: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C6CD7F4B-D199-6141-9A44-C804B52183BE}"/>
              </a:ext>
            </a:extLst>
          </p:cNvPr>
          <p:cNvCxnSpPr>
            <a:cxnSpLocks/>
          </p:cNvCxnSpPr>
          <p:nvPr/>
        </p:nvCxnSpPr>
        <p:spPr>
          <a:xfrm>
            <a:off x="1133097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90653178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Page FINAN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" descr="Imagen">
            <a:extLst>
              <a:ext uri="{FF2B5EF4-FFF2-40B4-BE49-F238E27FC236}">
                <a16:creationId xmlns:a16="http://schemas.microsoft.com/office/drawing/2014/main" id="{1D0D60D3-0D93-8041-BA41-D7F646785FC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665B939C-99D9-0541-95E9-A0013976BB55}"/>
              </a:ext>
            </a:extLst>
          </p:cNvPr>
          <p:cNvCxnSpPr/>
          <p:nvPr/>
        </p:nvCxnSpPr>
        <p:spPr>
          <a:xfrm>
            <a:off x="593824" y="527816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62">
            <a:extLst>
              <a:ext uri="{FF2B5EF4-FFF2-40B4-BE49-F238E27FC236}">
                <a16:creationId xmlns:a16="http://schemas.microsoft.com/office/drawing/2014/main" id="{70761051-444B-9B40-9855-73AF496BDAED}"/>
              </a:ext>
            </a:extLst>
          </p:cNvPr>
          <p:cNvSpPr txBox="1"/>
          <p:nvPr/>
        </p:nvSpPr>
        <p:spPr>
          <a:xfrm>
            <a:off x="1426890" y="6373986"/>
            <a:ext cx="619958" cy="189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0281" tIns="40281" rIns="40281" bIns="40281" anchor="t">
            <a:spAutoFit/>
          </a:bodyPr>
          <a:lstStyle>
            <a:lvl1pPr algn="r" defTabSz="1424392">
              <a:defRPr sz="1000">
                <a:solidFill>
                  <a:srgbClr val="808080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pPr algn="l"/>
            <a:r>
              <a:rPr lang="es-ES" sz="703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Project </a:t>
            </a:r>
            <a:r>
              <a:rPr lang="es-ES" sz="703" b="0" i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Name</a:t>
            </a:r>
            <a:endParaRPr lang="es-ES" sz="703" b="0" i="0" dirty="0">
              <a:solidFill>
                <a:schemeClr val="tx1">
                  <a:lumMod val="65000"/>
                  <a:lumOff val="35000"/>
                </a:schemeClr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23ECDF6F-F704-3B48-AFB0-10EB00538D3E}"/>
              </a:ext>
            </a:extLst>
          </p:cNvPr>
          <p:cNvCxnSpPr/>
          <p:nvPr/>
        </p:nvCxnSpPr>
        <p:spPr>
          <a:xfrm>
            <a:off x="593824" y="6323183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CA7BF9D-36B6-A74F-B5C3-BF33C345E1B5}"/>
              </a:ext>
            </a:extLst>
          </p:cNvPr>
          <p:cNvSpPr txBox="1">
            <a:spLocks/>
          </p:cNvSpPr>
          <p:nvPr/>
        </p:nvSpPr>
        <p:spPr>
          <a:xfrm>
            <a:off x="11329357" y="6376608"/>
            <a:ext cx="36643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ct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946EAFFB-FB0C-A74B-ADB4-A66DEAE91EB9}" type="slidenum">
              <a:rPr kumimoji="0" lang="es-ES" sz="703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NeueHaasUnicaW06-Bold" panose="020B0804030206020203" pitchFamily="34" charset="0"/>
                <a:ea typeface="Century Gothic"/>
                <a:cs typeface="Century Gothic"/>
                <a:sym typeface="Century Gothic"/>
              </a:rPr>
              <a:pPr marL="0" marR="0" indent="0" algn="ctr" defTabSz="80679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‹Nº›</a:t>
            </a:fld>
            <a:endParaRPr kumimoji="0" lang="es-ES" sz="703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NeueHaasUnicaW06-Bold" panose="020B0804030206020203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7DF9C4-E056-D047-8891-83D5551070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767" y="314772"/>
            <a:ext cx="4716363" cy="246683"/>
          </a:xfrm>
          <a:prstGeom prst="rect">
            <a:avLst/>
          </a:prstGeom>
        </p:spPr>
        <p:txBody>
          <a:bodyPr anchor="t"/>
          <a:lstStyle>
            <a:lvl1pPr algn="l">
              <a:buFontTx/>
              <a:buNone/>
              <a:defRPr sz="844" b="0" i="0">
                <a:latin typeface="NeueHaasUnicaW06-Bold" panose="020B0804030206020203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7DE3D29-FE6B-C147-A159-F7AF90C46077}"/>
              </a:ext>
            </a:extLst>
          </p:cNvPr>
          <p:cNvSpPr txBox="1"/>
          <p:nvPr/>
        </p:nvSpPr>
        <p:spPr>
          <a:xfrm>
            <a:off x="9985380" y="6376608"/>
            <a:ext cx="129778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703" u="none" strike="noStrike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January</a:t>
            </a:r>
            <a:r>
              <a:rPr kumimoji="0" lang="es-ES" sz="703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 2021</a:t>
            </a:r>
          </a:p>
        </p:txBody>
      </p:sp>
      <p:sp>
        <p:nvSpPr>
          <p:cNvPr id="14" name="ILV SILVER   I   Deal Advisory">
            <a:extLst>
              <a:ext uri="{FF2B5EF4-FFF2-40B4-BE49-F238E27FC236}">
                <a16:creationId xmlns:a16="http://schemas.microsoft.com/office/drawing/2014/main" id="{E1D51AD0-F4A1-7940-8D3A-13ABA2F6A21A}"/>
              </a:ext>
            </a:extLst>
          </p:cNvPr>
          <p:cNvSpPr txBox="1"/>
          <p:nvPr/>
        </p:nvSpPr>
        <p:spPr>
          <a:xfrm>
            <a:off x="560339" y="6379290"/>
            <a:ext cx="726284" cy="178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341" tIns="40341" rIns="40341" bIns="40341" anchor="t">
            <a:spAutoFit/>
          </a:bodyPr>
          <a:lstStyle>
            <a:lvl1pPr defTabSz="3059876">
              <a:lnSpc>
                <a:spcPct val="90000"/>
              </a:lnSpc>
              <a:spcBef>
                <a:spcPts val="3000"/>
              </a:spcBef>
              <a:defRPr sz="1200">
                <a:solidFill>
                  <a:srgbClr val="5E5E5E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r>
              <a:rPr lang="es-ES" sz="703" b="0" i="0" dirty="0">
                <a:solidFill>
                  <a:schemeClr val="bg2"/>
                </a:solidFill>
                <a:latin typeface="NeueHaasUnicaW06-Light" panose="020B0404030206020203" pitchFamily="34" charset="0"/>
              </a:rPr>
              <a:t>ILV SILVER </a:t>
            </a:r>
            <a:endParaRPr sz="703" b="0" i="0" dirty="0">
              <a:solidFill>
                <a:schemeClr val="bg2"/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64E5CA01-1017-E748-B98C-2A59FE0B924A}"/>
              </a:ext>
            </a:extLst>
          </p:cNvPr>
          <p:cNvCxnSpPr>
            <a:cxnSpLocks/>
          </p:cNvCxnSpPr>
          <p:nvPr/>
        </p:nvCxnSpPr>
        <p:spPr>
          <a:xfrm>
            <a:off x="133669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C23FF684-28C0-DB43-8B31-E4F46CE40FF0}"/>
              </a:ext>
            </a:extLst>
          </p:cNvPr>
          <p:cNvSpPr/>
          <p:nvPr/>
        </p:nvSpPr>
        <p:spPr>
          <a:xfrm>
            <a:off x="5738000" y="6382199"/>
            <a:ext cx="1447832" cy="2005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703" b="0" i="0" dirty="0">
                <a:solidFill>
                  <a:srgbClr val="CFB923"/>
                </a:solidFill>
                <a:latin typeface="Interstate Light" pitchFamily="2" charset="77"/>
              </a:rPr>
              <a:t>DRAFT SUBJECT TO CHANGES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D25FD79-E752-EC43-8265-38F993F5B2DC}"/>
              </a:ext>
            </a:extLst>
          </p:cNvPr>
          <p:cNvSpPr/>
          <p:nvPr/>
        </p:nvSpPr>
        <p:spPr>
          <a:xfrm>
            <a:off x="-253279" y="667592"/>
            <a:ext cx="506558" cy="532885"/>
          </a:xfrm>
          <a:prstGeom prst="rect">
            <a:avLst/>
          </a:prstGeom>
          <a:solidFill>
            <a:srgbClr val="BFBFB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no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B169C7A4-90E3-E741-95E8-89C05776710C}"/>
              </a:ext>
            </a:extLst>
          </p:cNvPr>
          <p:cNvCxnSpPr/>
          <p:nvPr/>
        </p:nvCxnSpPr>
        <p:spPr>
          <a:xfrm>
            <a:off x="593825" y="1316013"/>
            <a:ext cx="5265538" cy="0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A98C65EF-635C-674A-9068-71ABDD4B4F91}"/>
              </a:ext>
            </a:extLst>
          </p:cNvPr>
          <p:cNvCxnSpPr>
            <a:cxnSpLocks/>
          </p:cNvCxnSpPr>
          <p:nvPr/>
        </p:nvCxnSpPr>
        <p:spPr>
          <a:xfrm>
            <a:off x="1133097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Marcador de texto 6">
            <a:extLst>
              <a:ext uri="{FF2B5EF4-FFF2-40B4-BE49-F238E27FC236}">
                <a16:creationId xmlns:a16="http://schemas.microsoft.com/office/drawing/2014/main" id="{6B2626D3-85EF-1842-8398-768C392B61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1766" y="673272"/>
            <a:ext cx="5265538" cy="532884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266">
                <a:latin typeface="NeueHaasUnicaW06-Bold" panose="020B0804030206020203" pitchFamily="34" charset="0"/>
              </a:defRPr>
            </a:lvl1pPr>
            <a:lvl2pPr marL="241093" indent="0">
              <a:buFontTx/>
              <a:buNone/>
              <a:defRPr sz="1266">
                <a:latin typeface="NeueHaasUnicaW06-Bold" panose="020B0804030206020203" pitchFamily="34" charset="0"/>
              </a:defRPr>
            </a:lvl2pPr>
            <a:lvl3pPr marL="482186" indent="0">
              <a:buFontTx/>
              <a:buNone/>
              <a:defRPr sz="1266">
                <a:latin typeface="NeueHaasUnicaW06-Bold" panose="020B0804030206020203" pitchFamily="34" charset="0"/>
              </a:defRPr>
            </a:lvl3pPr>
            <a:lvl4pPr marL="729976" indent="0">
              <a:buFontTx/>
              <a:buNone/>
              <a:defRPr sz="1266">
                <a:latin typeface="NeueHaasUnicaW06-Bold" panose="020B0804030206020203" pitchFamily="34" charset="0"/>
              </a:defRPr>
            </a:lvl4pPr>
            <a:lvl5pPr marL="972186" indent="0">
              <a:buFontTx/>
              <a:buNone/>
              <a:defRPr sz="1266">
                <a:latin typeface="NeueHaasUnicaW06-Bold" panose="020B0804030206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2835365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304">
          <p15:clr>
            <a:srgbClr val="FBAE40"/>
          </p15:clr>
        </p15:guide>
        <p15:guide id="2" orient="horz" pos="757">
          <p15:clr>
            <a:srgbClr val="FBAE40"/>
          </p15:clr>
        </p15:guide>
        <p15:guide id="3" orient="horz" pos="42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ge TA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AD25FD79-E752-EC43-8265-38F993F5B2DC}"/>
              </a:ext>
            </a:extLst>
          </p:cNvPr>
          <p:cNvSpPr/>
          <p:nvPr/>
        </p:nvSpPr>
        <p:spPr>
          <a:xfrm>
            <a:off x="-253279" y="667592"/>
            <a:ext cx="506558" cy="532885"/>
          </a:xfrm>
          <a:prstGeom prst="rect">
            <a:avLst/>
          </a:prstGeom>
          <a:solidFill>
            <a:srgbClr val="4C89A7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no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3" name="Imagen" descr="Imagen">
            <a:extLst>
              <a:ext uri="{FF2B5EF4-FFF2-40B4-BE49-F238E27FC236}">
                <a16:creationId xmlns:a16="http://schemas.microsoft.com/office/drawing/2014/main" id="{6AEA96E5-DCDC-A144-B037-CC8E9EE0443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EE5EDCE8-6F14-DC48-97AC-053D5592D531}"/>
              </a:ext>
            </a:extLst>
          </p:cNvPr>
          <p:cNvCxnSpPr/>
          <p:nvPr/>
        </p:nvCxnSpPr>
        <p:spPr>
          <a:xfrm>
            <a:off x="593824" y="527816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62">
            <a:extLst>
              <a:ext uri="{FF2B5EF4-FFF2-40B4-BE49-F238E27FC236}">
                <a16:creationId xmlns:a16="http://schemas.microsoft.com/office/drawing/2014/main" id="{8E56C464-BA83-B644-98FF-63A21F04ECE7}"/>
              </a:ext>
            </a:extLst>
          </p:cNvPr>
          <p:cNvSpPr txBox="1"/>
          <p:nvPr/>
        </p:nvSpPr>
        <p:spPr>
          <a:xfrm>
            <a:off x="1426890" y="6373986"/>
            <a:ext cx="619958" cy="189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0281" tIns="40281" rIns="40281" bIns="40281" anchor="t">
            <a:spAutoFit/>
          </a:bodyPr>
          <a:lstStyle>
            <a:lvl1pPr algn="r" defTabSz="1424392">
              <a:defRPr sz="1000">
                <a:solidFill>
                  <a:srgbClr val="808080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pPr algn="l"/>
            <a:r>
              <a:rPr lang="es-ES" sz="703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Project </a:t>
            </a:r>
            <a:r>
              <a:rPr lang="es-ES" sz="703" b="0" i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Name</a:t>
            </a:r>
            <a:endParaRPr lang="es-ES" sz="703" b="0" i="0" dirty="0">
              <a:solidFill>
                <a:schemeClr val="tx1">
                  <a:lumMod val="65000"/>
                  <a:lumOff val="35000"/>
                </a:schemeClr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FE118132-7142-B141-AAB1-3B30E8F3941E}"/>
              </a:ext>
            </a:extLst>
          </p:cNvPr>
          <p:cNvCxnSpPr/>
          <p:nvPr/>
        </p:nvCxnSpPr>
        <p:spPr>
          <a:xfrm>
            <a:off x="593824" y="6323183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4BACA6F-717B-754C-814D-17ABD873A191}"/>
              </a:ext>
            </a:extLst>
          </p:cNvPr>
          <p:cNvSpPr txBox="1">
            <a:spLocks/>
          </p:cNvSpPr>
          <p:nvPr/>
        </p:nvSpPr>
        <p:spPr>
          <a:xfrm>
            <a:off x="11329357" y="6376608"/>
            <a:ext cx="36643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ct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946EAFFB-FB0C-A74B-ADB4-A66DEAE91EB9}" type="slidenum">
              <a:rPr kumimoji="0" lang="es-ES" sz="703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NeueHaasUnicaW06-Bold" panose="020B0804030206020203" pitchFamily="34" charset="0"/>
                <a:ea typeface="Century Gothic"/>
                <a:cs typeface="Century Gothic"/>
                <a:sym typeface="Century Gothic"/>
              </a:rPr>
              <a:pPr marL="0" marR="0" indent="0" algn="ctr" defTabSz="80679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‹Nº›</a:t>
            </a:fld>
            <a:endParaRPr kumimoji="0" lang="es-ES" sz="703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NeueHaasUnicaW06-Bold" panose="020B0804030206020203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" name="Marcador de texto 2">
            <a:extLst>
              <a:ext uri="{FF2B5EF4-FFF2-40B4-BE49-F238E27FC236}">
                <a16:creationId xmlns:a16="http://schemas.microsoft.com/office/drawing/2014/main" id="{C7A3AD5A-C81C-F145-B48C-8177772C9A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767" y="314772"/>
            <a:ext cx="4716363" cy="246683"/>
          </a:xfrm>
          <a:prstGeom prst="rect">
            <a:avLst/>
          </a:prstGeom>
        </p:spPr>
        <p:txBody>
          <a:bodyPr anchor="t"/>
          <a:lstStyle>
            <a:lvl1pPr algn="l">
              <a:buFontTx/>
              <a:buNone/>
              <a:defRPr sz="844" b="0" i="0">
                <a:latin typeface="NeueHaasUnicaW06-Bold" panose="020B0804030206020203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CE01D729-1B80-294C-B8E8-4F0476AE6096}"/>
              </a:ext>
            </a:extLst>
          </p:cNvPr>
          <p:cNvSpPr txBox="1"/>
          <p:nvPr/>
        </p:nvSpPr>
        <p:spPr>
          <a:xfrm>
            <a:off x="9985380" y="6376608"/>
            <a:ext cx="129778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703" u="none" strike="noStrike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January</a:t>
            </a:r>
            <a:r>
              <a:rPr kumimoji="0" lang="es-ES" sz="703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 2021</a:t>
            </a:r>
          </a:p>
        </p:txBody>
      </p:sp>
      <p:sp>
        <p:nvSpPr>
          <p:cNvPr id="50" name="ILV SILVER   I   Deal Advisory">
            <a:extLst>
              <a:ext uri="{FF2B5EF4-FFF2-40B4-BE49-F238E27FC236}">
                <a16:creationId xmlns:a16="http://schemas.microsoft.com/office/drawing/2014/main" id="{E0DAC13A-1238-6C4C-B479-F87345400E66}"/>
              </a:ext>
            </a:extLst>
          </p:cNvPr>
          <p:cNvSpPr txBox="1"/>
          <p:nvPr/>
        </p:nvSpPr>
        <p:spPr>
          <a:xfrm>
            <a:off x="560339" y="6379290"/>
            <a:ext cx="726284" cy="178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341" tIns="40341" rIns="40341" bIns="40341" anchor="t">
            <a:spAutoFit/>
          </a:bodyPr>
          <a:lstStyle>
            <a:lvl1pPr defTabSz="3059876">
              <a:lnSpc>
                <a:spcPct val="90000"/>
              </a:lnSpc>
              <a:spcBef>
                <a:spcPts val="3000"/>
              </a:spcBef>
              <a:defRPr sz="1200">
                <a:solidFill>
                  <a:srgbClr val="5E5E5E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r>
              <a:rPr lang="es-ES" sz="703" b="0" i="0" dirty="0">
                <a:solidFill>
                  <a:schemeClr val="bg2"/>
                </a:solidFill>
                <a:latin typeface="NeueHaasUnicaW06-Light" panose="020B0404030206020203" pitchFamily="34" charset="0"/>
              </a:rPr>
              <a:t>ILV SILVER </a:t>
            </a:r>
            <a:endParaRPr sz="703" b="0" i="0" dirty="0">
              <a:solidFill>
                <a:schemeClr val="bg2"/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77641EB4-8791-6C47-A0A0-FA7CCBB0DC5A}"/>
              </a:ext>
            </a:extLst>
          </p:cNvPr>
          <p:cNvCxnSpPr>
            <a:cxnSpLocks/>
          </p:cNvCxnSpPr>
          <p:nvPr/>
        </p:nvCxnSpPr>
        <p:spPr>
          <a:xfrm>
            <a:off x="133669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2" name="Rectángulo 51">
            <a:extLst>
              <a:ext uri="{FF2B5EF4-FFF2-40B4-BE49-F238E27FC236}">
                <a16:creationId xmlns:a16="http://schemas.microsoft.com/office/drawing/2014/main" id="{E32802AC-F436-B44E-95F7-3AE887B0E10D}"/>
              </a:ext>
            </a:extLst>
          </p:cNvPr>
          <p:cNvSpPr/>
          <p:nvPr/>
        </p:nvSpPr>
        <p:spPr>
          <a:xfrm>
            <a:off x="5738000" y="6382199"/>
            <a:ext cx="1447832" cy="2005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703" b="0" i="0" dirty="0">
                <a:solidFill>
                  <a:srgbClr val="CFB923"/>
                </a:solidFill>
                <a:latin typeface="Interstate Light" pitchFamily="2" charset="77"/>
              </a:rPr>
              <a:t>DRAFT SUBJECT TO CHANGES</a:t>
            </a:r>
          </a:p>
        </p:txBody>
      </p: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F20D2FDD-8665-E046-8397-7BDEC29BA826}"/>
              </a:ext>
            </a:extLst>
          </p:cNvPr>
          <p:cNvCxnSpPr/>
          <p:nvPr/>
        </p:nvCxnSpPr>
        <p:spPr>
          <a:xfrm>
            <a:off x="593825" y="1316013"/>
            <a:ext cx="5265538" cy="0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6C9CB3FF-2BA1-D745-937C-43FEF9D4646A}"/>
              </a:ext>
            </a:extLst>
          </p:cNvPr>
          <p:cNvCxnSpPr>
            <a:cxnSpLocks/>
          </p:cNvCxnSpPr>
          <p:nvPr/>
        </p:nvCxnSpPr>
        <p:spPr>
          <a:xfrm>
            <a:off x="1133097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6" name="Marcador de texto 6">
            <a:extLst>
              <a:ext uri="{FF2B5EF4-FFF2-40B4-BE49-F238E27FC236}">
                <a16:creationId xmlns:a16="http://schemas.microsoft.com/office/drawing/2014/main" id="{B6843832-17E6-4944-A755-3630923F16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1766" y="673272"/>
            <a:ext cx="5265538" cy="532884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266">
                <a:latin typeface="NeueHaasUnicaW06-Bold" panose="020B0804030206020203" pitchFamily="34" charset="0"/>
              </a:defRPr>
            </a:lvl1pPr>
            <a:lvl2pPr marL="241093" indent="0">
              <a:buFontTx/>
              <a:buNone/>
              <a:defRPr sz="1266">
                <a:latin typeface="NeueHaasUnicaW06-Bold" panose="020B0804030206020203" pitchFamily="34" charset="0"/>
              </a:defRPr>
            </a:lvl2pPr>
            <a:lvl3pPr marL="482186" indent="0">
              <a:buFontTx/>
              <a:buNone/>
              <a:defRPr sz="1266">
                <a:latin typeface="NeueHaasUnicaW06-Bold" panose="020B0804030206020203" pitchFamily="34" charset="0"/>
              </a:defRPr>
            </a:lvl3pPr>
            <a:lvl4pPr marL="729976" indent="0">
              <a:buFontTx/>
              <a:buNone/>
              <a:defRPr sz="1266">
                <a:latin typeface="NeueHaasUnicaW06-Bold" panose="020B0804030206020203" pitchFamily="34" charset="0"/>
              </a:defRPr>
            </a:lvl4pPr>
            <a:lvl5pPr marL="972186" indent="0">
              <a:buFontTx/>
              <a:buNone/>
              <a:defRPr sz="1266">
                <a:latin typeface="NeueHaasUnicaW06-Bold" panose="020B0804030206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18300438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ge LEG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AD25FD79-E752-EC43-8265-38F993F5B2DC}"/>
              </a:ext>
            </a:extLst>
          </p:cNvPr>
          <p:cNvSpPr/>
          <p:nvPr/>
        </p:nvSpPr>
        <p:spPr>
          <a:xfrm>
            <a:off x="-253279" y="667592"/>
            <a:ext cx="506558" cy="532885"/>
          </a:xfrm>
          <a:prstGeom prst="rect">
            <a:avLst/>
          </a:prstGeom>
          <a:solidFill>
            <a:srgbClr val="9ACA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no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4" name="Imagen" descr="Imagen">
            <a:extLst>
              <a:ext uri="{FF2B5EF4-FFF2-40B4-BE49-F238E27FC236}">
                <a16:creationId xmlns:a16="http://schemas.microsoft.com/office/drawing/2014/main" id="{163176A7-CC37-6D4F-975C-B94170B2F33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4638B95E-B52D-F34B-B7FA-647029BA1B4A}"/>
              </a:ext>
            </a:extLst>
          </p:cNvPr>
          <p:cNvCxnSpPr/>
          <p:nvPr/>
        </p:nvCxnSpPr>
        <p:spPr>
          <a:xfrm>
            <a:off x="593824" y="527816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62">
            <a:extLst>
              <a:ext uri="{FF2B5EF4-FFF2-40B4-BE49-F238E27FC236}">
                <a16:creationId xmlns:a16="http://schemas.microsoft.com/office/drawing/2014/main" id="{9195C065-D685-9E4C-ABA1-C1120B3B1DEE}"/>
              </a:ext>
            </a:extLst>
          </p:cNvPr>
          <p:cNvSpPr txBox="1"/>
          <p:nvPr/>
        </p:nvSpPr>
        <p:spPr>
          <a:xfrm>
            <a:off x="1426890" y="6373986"/>
            <a:ext cx="619958" cy="189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0281" tIns="40281" rIns="40281" bIns="40281" anchor="t">
            <a:spAutoFit/>
          </a:bodyPr>
          <a:lstStyle>
            <a:lvl1pPr algn="r" defTabSz="1424392">
              <a:defRPr sz="1000">
                <a:solidFill>
                  <a:srgbClr val="808080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pPr algn="l"/>
            <a:r>
              <a:rPr lang="es-ES" sz="703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Project </a:t>
            </a:r>
            <a:r>
              <a:rPr lang="es-ES" sz="703" b="0" i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Name</a:t>
            </a:r>
            <a:endParaRPr lang="es-ES" sz="703" b="0" i="0" dirty="0">
              <a:solidFill>
                <a:schemeClr val="tx1">
                  <a:lumMod val="65000"/>
                  <a:lumOff val="35000"/>
                </a:schemeClr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380FE1CA-3DCC-484C-81D7-68190F71E241}"/>
              </a:ext>
            </a:extLst>
          </p:cNvPr>
          <p:cNvCxnSpPr/>
          <p:nvPr/>
        </p:nvCxnSpPr>
        <p:spPr>
          <a:xfrm>
            <a:off x="593824" y="6323183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BD286B9-74C1-C846-930B-D8F14C881D7E}"/>
              </a:ext>
            </a:extLst>
          </p:cNvPr>
          <p:cNvSpPr txBox="1">
            <a:spLocks/>
          </p:cNvSpPr>
          <p:nvPr/>
        </p:nvSpPr>
        <p:spPr>
          <a:xfrm>
            <a:off x="11329357" y="6376608"/>
            <a:ext cx="36643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ct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946EAFFB-FB0C-A74B-ADB4-A66DEAE91EB9}" type="slidenum">
              <a:rPr kumimoji="0" lang="es-ES" sz="703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NeueHaasUnicaW06-Bold" panose="020B0804030206020203" pitchFamily="34" charset="0"/>
                <a:ea typeface="Century Gothic"/>
                <a:cs typeface="Century Gothic"/>
                <a:sym typeface="Century Gothic"/>
              </a:rPr>
              <a:pPr marL="0" marR="0" indent="0" algn="ctr" defTabSz="80679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‹Nº›</a:t>
            </a:fld>
            <a:endParaRPr kumimoji="0" lang="es-ES" sz="703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NeueHaasUnicaW06-Bold" panose="020B0804030206020203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" name="Marcador de texto 2">
            <a:extLst>
              <a:ext uri="{FF2B5EF4-FFF2-40B4-BE49-F238E27FC236}">
                <a16:creationId xmlns:a16="http://schemas.microsoft.com/office/drawing/2014/main" id="{6C0B922F-134B-B542-BE9C-D9697B7228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767" y="314772"/>
            <a:ext cx="4716363" cy="246683"/>
          </a:xfrm>
          <a:prstGeom prst="rect">
            <a:avLst/>
          </a:prstGeom>
        </p:spPr>
        <p:txBody>
          <a:bodyPr anchor="t"/>
          <a:lstStyle>
            <a:lvl1pPr algn="l">
              <a:buFontTx/>
              <a:buNone/>
              <a:defRPr sz="844" b="0" i="0">
                <a:latin typeface="NeueHaasUnicaW06-Bold" panose="020B0804030206020203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A62E75BF-88F6-7E4C-BAC2-470DEAD13422}"/>
              </a:ext>
            </a:extLst>
          </p:cNvPr>
          <p:cNvSpPr txBox="1"/>
          <p:nvPr/>
        </p:nvSpPr>
        <p:spPr>
          <a:xfrm>
            <a:off x="9985380" y="6376608"/>
            <a:ext cx="129778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703" u="none" strike="noStrike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January</a:t>
            </a:r>
            <a:r>
              <a:rPr kumimoji="0" lang="es-ES" sz="703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 2021</a:t>
            </a:r>
          </a:p>
        </p:txBody>
      </p:sp>
      <p:sp>
        <p:nvSpPr>
          <p:cNvPr id="51" name="ILV SILVER   I   Deal Advisory">
            <a:extLst>
              <a:ext uri="{FF2B5EF4-FFF2-40B4-BE49-F238E27FC236}">
                <a16:creationId xmlns:a16="http://schemas.microsoft.com/office/drawing/2014/main" id="{D7924D76-70DD-7947-911B-337A2AF10F78}"/>
              </a:ext>
            </a:extLst>
          </p:cNvPr>
          <p:cNvSpPr txBox="1"/>
          <p:nvPr/>
        </p:nvSpPr>
        <p:spPr>
          <a:xfrm>
            <a:off x="560339" y="6379290"/>
            <a:ext cx="726284" cy="178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341" tIns="40341" rIns="40341" bIns="40341" anchor="t">
            <a:spAutoFit/>
          </a:bodyPr>
          <a:lstStyle>
            <a:lvl1pPr defTabSz="3059876">
              <a:lnSpc>
                <a:spcPct val="90000"/>
              </a:lnSpc>
              <a:spcBef>
                <a:spcPts val="3000"/>
              </a:spcBef>
              <a:defRPr sz="1200">
                <a:solidFill>
                  <a:srgbClr val="5E5E5E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r>
              <a:rPr lang="es-ES" sz="703" b="0" i="0" dirty="0">
                <a:solidFill>
                  <a:schemeClr val="bg2"/>
                </a:solidFill>
                <a:latin typeface="NeueHaasUnicaW06-Light" panose="020B0404030206020203" pitchFamily="34" charset="0"/>
              </a:rPr>
              <a:t>ILV SILVER </a:t>
            </a:r>
            <a:endParaRPr sz="703" b="0" i="0" dirty="0">
              <a:solidFill>
                <a:schemeClr val="bg2"/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F9E69FFF-C192-064A-9F25-064FE2CE9D1A}"/>
              </a:ext>
            </a:extLst>
          </p:cNvPr>
          <p:cNvCxnSpPr>
            <a:cxnSpLocks/>
          </p:cNvCxnSpPr>
          <p:nvPr/>
        </p:nvCxnSpPr>
        <p:spPr>
          <a:xfrm>
            <a:off x="133669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3" name="Rectángulo 52">
            <a:extLst>
              <a:ext uri="{FF2B5EF4-FFF2-40B4-BE49-F238E27FC236}">
                <a16:creationId xmlns:a16="http://schemas.microsoft.com/office/drawing/2014/main" id="{FF2F18A7-5A84-DC49-955C-7F627CC095C6}"/>
              </a:ext>
            </a:extLst>
          </p:cNvPr>
          <p:cNvSpPr/>
          <p:nvPr/>
        </p:nvSpPr>
        <p:spPr>
          <a:xfrm>
            <a:off x="5738000" y="6382199"/>
            <a:ext cx="1447832" cy="2005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703" b="0" i="0" dirty="0">
                <a:solidFill>
                  <a:srgbClr val="CFB923"/>
                </a:solidFill>
                <a:latin typeface="Interstate Light" pitchFamily="2" charset="77"/>
              </a:rPr>
              <a:t>DRAFT SUBJECT TO CHANGES</a:t>
            </a:r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7F239232-FD4D-984D-8FA2-3A4557F2ED16}"/>
              </a:ext>
            </a:extLst>
          </p:cNvPr>
          <p:cNvCxnSpPr/>
          <p:nvPr/>
        </p:nvCxnSpPr>
        <p:spPr>
          <a:xfrm>
            <a:off x="593825" y="1316013"/>
            <a:ext cx="5265538" cy="0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58E4DE9D-3C1C-E141-98EF-0EF62B864DFD}"/>
              </a:ext>
            </a:extLst>
          </p:cNvPr>
          <p:cNvCxnSpPr>
            <a:cxnSpLocks/>
          </p:cNvCxnSpPr>
          <p:nvPr/>
        </p:nvCxnSpPr>
        <p:spPr>
          <a:xfrm>
            <a:off x="1133097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Marcador de texto 6">
            <a:extLst>
              <a:ext uri="{FF2B5EF4-FFF2-40B4-BE49-F238E27FC236}">
                <a16:creationId xmlns:a16="http://schemas.microsoft.com/office/drawing/2014/main" id="{88746077-6F2B-C042-8BE0-FD1BEABC77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1766" y="673272"/>
            <a:ext cx="5265538" cy="532884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266">
                <a:latin typeface="NeueHaasUnicaW06-Bold" panose="020B0804030206020203" pitchFamily="34" charset="0"/>
              </a:defRPr>
            </a:lvl1pPr>
            <a:lvl2pPr marL="241093" indent="0">
              <a:buFontTx/>
              <a:buNone/>
              <a:defRPr sz="1266">
                <a:latin typeface="NeueHaasUnicaW06-Bold" panose="020B0804030206020203" pitchFamily="34" charset="0"/>
              </a:defRPr>
            </a:lvl2pPr>
            <a:lvl3pPr marL="482186" indent="0">
              <a:buFontTx/>
              <a:buNone/>
              <a:defRPr sz="1266">
                <a:latin typeface="NeueHaasUnicaW06-Bold" panose="020B0804030206020203" pitchFamily="34" charset="0"/>
              </a:defRPr>
            </a:lvl3pPr>
            <a:lvl4pPr marL="729976" indent="0">
              <a:buFontTx/>
              <a:buNone/>
              <a:defRPr sz="1266">
                <a:latin typeface="NeueHaasUnicaW06-Bold" panose="020B0804030206020203" pitchFamily="34" charset="0"/>
              </a:defRPr>
            </a:lvl4pPr>
            <a:lvl5pPr marL="972186" indent="0">
              <a:buFontTx/>
              <a:buNone/>
              <a:defRPr sz="1266">
                <a:latin typeface="NeueHaasUnicaW06-Bold" panose="020B0804030206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68895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ge LAB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AD25FD79-E752-EC43-8265-38F993F5B2DC}"/>
              </a:ext>
            </a:extLst>
          </p:cNvPr>
          <p:cNvSpPr/>
          <p:nvPr/>
        </p:nvSpPr>
        <p:spPr>
          <a:xfrm>
            <a:off x="-253279" y="667592"/>
            <a:ext cx="506558" cy="532885"/>
          </a:xfrm>
          <a:prstGeom prst="rect">
            <a:avLst/>
          </a:prstGeom>
          <a:solidFill>
            <a:srgbClr val="EC4C9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no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4" name="Imagen" descr="Imagen">
            <a:extLst>
              <a:ext uri="{FF2B5EF4-FFF2-40B4-BE49-F238E27FC236}">
                <a16:creationId xmlns:a16="http://schemas.microsoft.com/office/drawing/2014/main" id="{E651CDF0-1F05-BB4B-81A2-5385B2AA6E5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D03B3CB9-478D-5B4B-BD18-FA6500D4DBE6}"/>
              </a:ext>
            </a:extLst>
          </p:cNvPr>
          <p:cNvCxnSpPr/>
          <p:nvPr/>
        </p:nvCxnSpPr>
        <p:spPr>
          <a:xfrm>
            <a:off x="593824" y="527816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62">
            <a:extLst>
              <a:ext uri="{FF2B5EF4-FFF2-40B4-BE49-F238E27FC236}">
                <a16:creationId xmlns:a16="http://schemas.microsoft.com/office/drawing/2014/main" id="{73E1A026-622E-C54A-8C35-17C6CBEA8411}"/>
              </a:ext>
            </a:extLst>
          </p:cNvPr>
          <p:cNvSpPr txBox="1"/>
          <p:nvPr/>
        </p:nvSpPr>
        <p:spPr>
          <a:xfrm>
            <a:off x="1426890" y="6373986"/>
            <a:ext cx="619958" cy="189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0281" tIns="40281" rIns="40281" bIns="40281" anchor="t">
            <a:spAutoFit/>
          </a:bodyPr>
          <a:lstStyle>
            <a:lvl1pPr algn="r" defTabSz="1424392">
              <a:defRPr sz="1000">
                <a:solidFill>
                  <a:srgbClr val="808080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pPr algn="l"/>
            <a:r>
              <a:rPr lang="es-ES" sz="703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Project </a:t>
            </a:r>
            <a:r>
              <a:rPr lang="es-ES" sz="703" b="0" i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Name</a:t>
            </a:r>
            <a:endParaRPr lang="es-ES" sz="703" b="0" i="0" dirty="0">
              <a:solidFill>
                <a:schemeClr val="tx1">
                  <a:lumMod val="65000"/>
                  <a:lumOff val="35000"/>
                </a:schemeClr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84340971-3121-7A4B-9F77-DC502BF62106}"/>
              </a:ext>
            </a:extLst>
          </p:cNvPr>
          <p:cNvCxnSpPr/>
          <p:nvPr/>
        </p:nvCxnSpPr>
        <p:spPr>
          <a:xfrm>
            <a:off x="593824" y="6323183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4184096-330E-4B4C-9C1B-7A14BD947E2F}"/>
              </a:ext>
            </a:extLst>
          </p:cNvPr>
          <p:cNvSpPr txBox="1">
            <a:spLocks/>
          </p:cNvSpPr>
          <p:nvPr/>
        </p:nvSpPr>
        <p:spPr>
          <a:xfrm>
            <a:off x="11329357" y="6376608"/>
            <a:ext cx="36643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ct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946EAFFB-FB0C-A74B-ADB4-A66DEAE91EB9}" type="slidenum">
              <a:rPr kumimoji="0" lang="es-ES" sz="703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NeueHaasUnicaW06-Bold" panose="020B0804030206020203" pitchFamily="34" charset="0"/>
                <a:ea typeface="Century Gothic"/>
                <a:cs typeface="Century Gothic"/>
                <a:sym typeface="Century Gothic"/>
              </a:rPr>
              <a:pPr marL="0" marR="0" indent="0" algn="ctr" defTabSz="80679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‹Nº›</a:t>
            </a:fld>
            <a:endParaRPr kumimoji="0" lang="es-ES" sz="703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NeueHaasUnicaW06-Bold" panose="020B0804030206020203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" name="Marcador de texto 2">
            <a:extLst>
              <a:ext uri="{FF2B5EF4-FFF2-40B4-BE49-F238E27FC236}">
                <a16:creationId xmlns:a16="http://schemas.microsoft.com/office/drawing/2014/main" id="{0D87B47A-59F1-C046-9DB9-48D68FB120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767" y="314772"/>
            <a:ext cx="4716363" cy="246683"/>
          </a:xfrm>
          <a:prstGeom prst="rect">
            <a:avLst/>
          </a:prstGeom>
        </p:spPr>
        <p:txBody>
          <a:bodyPr anchor="t"/>
          <a:lstStyle>
            <a:lvl1pPr algn="l">
              <a:buFontTx/>
              <a:buNone/>
              <a:defRPr sz="844" b="0" i="0">
                <a:latin typeface="NeueHaasUnicaW06-Bold" panose="020B0804030206020203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F22DCEE9-2989-B049-BF9E-7B30D67643D4}"/>
              </a:ext>
            </a:extLst>
          </p:cNvPr>
          <p:cNvSpPr txBox="1"/>
          <p:nvPr/>
        </p:nvSpPr>
        <p:spPr>
          <a:xfrm>
            <a:off x="9985380" y="6376608"/>
            <a:ext cx="129778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703" u="none" strike="noStrike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January</a:t>
            </a:r>
            <a:r>
              <a:rPr kumimoji="0" lang="es-ES" sz="703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 2021</a:t>
            </a:r>
          </a:p>
        </p:txBody>
      </p:sp>
      <p:sp>
        <p:nvSpPr>
          <p:cNvPr id="51" name="ILV SILVER   I   Deal Advisory">
            <a:extLst>
              <a:ext uri="{FF2B5EF4-FFF2-40B4-BE49-F238E27FC236}">
                <a16:creationId xmlns:a16="http://schemas.microsoft.com/office/drawing/2014/main" id="{EE4DC49B-8657-B547-825F-4E7701953158}"/>
              </a:ext>
            </a:extLst>
          </p:cNvPr>
          <p:cNvSpPr txBox="1"/>
          <p:nvPr/>
        </p:nvSpPr>
        <p:spPr>
          <a:xfrm>
            <a:off x="560339" y="6379290"/>
            <a:ext cx="726284" cy="178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341" tIns="40341" rIns="40341" bIns="40341" anchor="t">
            <a:spAutoFit/>
          </a:bodyPr>
          <a:lstStyle>
            <a:lvl1pPr defTabSz="3059876">
              <a:lnSpc>
                <a:spcPct val="90000"/>
              </a:lnSpc>
              <a:spcBef>
                <a:spcPts val="3000"/>
              </a:spcBef>
              <a:defRPr sz="1200">
                <a:solidFill>
                  <a:srgbClr val="5E5E5E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r>
              <a:rPr lang="es-ES" sz="703" b="0" i="0" dirty="0">
                <a:solidFill>
                  <a:schemeClr val="bg2"/>
                </a:solidFill>
                <a:latin typeface="NeueHaasUnicaW06-Light" panose="020B0404030206020203" pitchFamily="34" charset="0"/>
              </a:rPr>
              <a:t>ILV SILVER </a:t>
            </a:r>
            <a:endParaRPr sz="703" b="0" i="0" dirty="0">
              <a:solidFill>
                <a:schemeClr val="bg2"/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0C16D65A-F849-9F44-964E-D3E3AA250A76}"/>
              </a:ext>
            </a:extLst>
          </p:cNvPr>
          <p:cNvCxnSpPr>
            <a:cxnSpLocks/>
          </p:cNvCxnSpPr>
          <p:nvPr/>
        </p:nvCxnSpPr>
        <p:spPr>
          <a:xfrm>
            <a:off x="133669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3" name="Rectángulo 52">
            <a:extLst>
              <a:ext uri="{FF2B5EF4-FFF2-40B4-BE49-F238E27FC236}">
                <a16:creationId xmlns:a16="http://schemas.microsoft.com/office/drawing/2014/main" id="{3102B701-032D-354F-A5E9-312CCBEFD128}"/>
              </a:ext>
            </a:extLst>
          </p:cNvPr>
          <p:cNvSpPr/>
          <p:nvPr/>
        </p:nvSpPr>
        <p:spPr>
          <a:xfrm>
            <a:off x="5738000" y="6382199"/>
            <a:ext cx="1447832" cy="2005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703" b="0" i="0" dirty="0">
                <a:solidFill>
                  <a:srgbClr val="CFB923"/>
                </a:solidFill>
                <a:latin typeface="Interstate Light" pitchFamily="2" charset="77"/>
              </a:rPr>
              <a:t>DRAFT SUBJECT TO CHANGES</a:t>
            </a:r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13387C67-E89F-3149-86C1-83A6877F3B63}"/>
              </a:ext>
            </a:extLst>
          </p:cNvPr>
          <p:cNvCxnSpPr/>
          <p:nvPr/>
        </p:nvCxnSpPr>
        <p:spPr>
          <a:xfrm>
            <a:off x="593825" y="1316013"/>
            <a:ext cx="5265538" cy="0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5F7C4D1C-CDFD-B845-B8F0-FFD12B87ED92}"/>
              </a:ext>
            </a:extLst>
          </p:cNvPr>
          <p:cNvCxnSpPr>
            <a:cxnSpLocks/>
          </p:cNvCxnSpPr>
          <p:nvPr/>
        </p:nvCxnSpPr>
        <p:spPr>
          <a:xfrm>
            <a:off x="1133097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Marcador de texto 6">
            <a:extLst>
              <a:ext uri="{FF2B5EF4-FFF2-40B4-BE49-F238E27FC236}">
                <a16:creationId xmlns:a16="http://schemas.microsoft.com/office/drawing/2014/main" id="{1D289A9D-939F-AC46-8F93-51E9D738EB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1766" y="673272"/>
            <a:ext cx="5265538" cy="532884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266">
                <a:latin typeface="NeueHaasUnicaW06-Bold" panose="020B0804030206020203" pitchFamily="34" charset="0"/>
              </a:defRPr>
            </a:lvl1pPr>
            <a:lvl2pPr marL="241093" indent="0">
              <a:buFontTx/>
              <a:buNone/>
              <a:defRPr sz="1266">
                <a:latin typeface="NeueHaasUnicaW06-Bold" panose="020B0804030206020203" pitchFamily="34" charset="0"/>
              </a:defRPr>
            </a:lvl2pPr>
            <a:lvl3pPr marL="482186" indent="0">
              <a:buFontTx/>
              <a:buNone/>
              <a:defRPr sz="1266">
                <a:latin typeface="NeueHaasUnicaW06-Bold" panose="020B0804030206020203" pitchFamily="34" charset="0"/>
              </a:defRPr>
            </a:lvl3pPr>
            <a:lvl4pPr marL="729976" indent="0">
              <a:buFontTx/>
              <a:buNone/>
              <a:defRPr sz="1266">
                <a:latin typeface="NeueHaasUnicaW06-Bold" panose="020B0804030206020203" pitchFamily="34" charset="0"/>
              </a:defRPr>
            </a:lvl4pPr>
            <a:lvl5pPr marL="972186" indent="0">
              <a:buFontTx/>
              <a:buNone/>
              <a:defRPr sz="1266">
                <a:latin typeface="NeueHaasUnicaW06-Bold" panose="020B0804030206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82383428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ge 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AD25FD79-E752-EC43-8265-38F993F5B2DC}"/>
              </a:ext>
            </a:extLst>
          </p:cNvPr>
          <p:cNvSpPr/>
          <p:nvPr/>
        </p:nvSpPr>
        <p:spPr>
          <a:xfrm>
            <a:off x="-253279" y="667592"/>
            <a:ext cx="506558" cy="532885"/>
          </a:xfrm>
          <a:prstGeom prst="rect">
            <a:avLst/>
          </a:prstGeom>
          <a:solidFill>
            <a:srgbClr val="E08D2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no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4" name="Imagen" descr="Imagen">
            <a:extLst>
              <a:ext uri="{FF2B5EF4-FFF2-40B4-BE49-F238E27FC236}">
                <a16:creationId xmlns:a16="http://schemas.microsoft.com/office/drawing/2014/main" id="{14F2BCC3-98F4-D345-8882-89C108140D5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B7F94070-EAC4-704B-BF11-952D25983086}"/>
              </a:ext>
            </a:extLst>
          </p:cNvPr>
          <p:cNvCxnSpPr/>
          <p:nvPr/>
        </p:nvCxnSpPr>
        <p:spPr>
          <a:xfrm>
            <a:off x="593824" y="527816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62">
            <a:extLst>
              <a:ext uri="{FF2B5EF4-FFF2-40B4-BE49-F238E27FC236}">
                <a16:creationId xmlns:a16="http://schemas.microsoft.com/office/drawing/2014/main" id="{04C5AFF9-327A-3E44-A854-1284DCD67F83}"/>
              </a:ext>
            </a:extLst>
          </p:cNvPr>
          <p:cNvSpPr txBox="1"/>
          <p:nvPr/>
        </p:nvSpPr>
        <p:spPr>
          <a:xfrm>
            <a:off x="1426890" y="6373986"/>
            <a:ext cx="619958" cy="189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0281" tIns="40281" rIns="40281" bIns="40281" anchor="t">
            <a:spAutoFit/>
          </a:bodyPr>
          <a:lstStyle>
            <a:lvl1pPr algn="r" defTabSz="1424392">
              <a:defRPr sz="1000">
                <a:solidFill>
                  <a:srgbClr val="808080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pPr algn="l"/>
            <a:r>
              <a:rPr lang="es-ES" sz="703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Project </a:t>
            </a:r>
            <a:r>
              <a:rPr lang="es-ES" sz="703" b="0" i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Name</a:t>
            </a:r>
            <a:endParaRPr lang="es-ES" sz="703" b="0" i="0" dirty="0">
              <a:solidFill>
                <a:schemeClr val="tx1">
                  <a:lumMod val="65000"/>
                  <a:lumOff val="35000"/>
                </a:schemeClr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68096E14-412F-3F48-B6F1-51C761969B71}"/>
              </a:ext>
            </a:extLst>
          </p:cNvPr>
          <p:cNvCxnSpPr/>
          <p:nvPr/>
        </p:nvCxnSpPr>
        <p:spPr>
          <a:xfrm>
            <a:off x="593824" y="6323183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51DB21D-748F-4A48-83BE-13634FF2C572}"/>
              </a:ext>
            </a:extLst>
          </p:cNvPr>
          <p:cNvSpPr txBox="1">
            <a:spLocks/>
          </p:cNvSpPr>
          <p:nvPr/>
        </p:nvSpPr>
        <p:spPr>
          <a:xfrm>
            <a:off x="11329357" y="6376608"/>
            <a:ext cx="36643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ct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946EAFFB-FB0C-A74B-ADB4-A66DEAE91EB9}" type="slidenum">
              <a:rPr kumimoji="0" lang="es-ES" sz="703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NeueHaasUnicaW06-Bold" panose="020B0804030206020203" pitchFamily="34" charset="0"/>
                <a:ea typeface="Century Gothic"/>
                <a:cs typeface="Century Gothic"/>
                <a:sym typeface="Century Gothic"/>
              </a:rPr>
              <a:pPr marL="0" marR="0" indent="0" algn="ctr" defTabSz="80679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‹Nº›</a:t>
            </a:fld>
            <a:endParaRPr kumimoji="0" lang="es-ES" sz="703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NeueHaasUnicaW06-Bold" panose="020B0804030206020203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" name="Marcador de texto 2">
            <a:extLst>
              <a:ext uri="{FF2B5EF4-FFF2-40B4-BE49-F238E27FC236}">
                <a16:creationId xmlns:a16="http://schemas.microsoft.com/office/drawing/2014/main" id="{41ACBF69-89BE-8547-87CF-B8D2BA5B5C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767" y="314772"/>
            <a:ext cx="4716363" cy="246683"/>
          </a:xfrm>
          <a:prstGeom prst="rect">
            <a:avLst/>
          </a:prstGeom>
        </p:spPr>
        <p:txBody>
          <a:bodyPr anchor="t"/>
          <a:lstStyle>
            <a:lvl1pPr algn="l">
              <a:buFontTx/>
              <a:buNone/>
              <a:defRPr sz="844" b="0" i="0">
                <a:latin typeface="NeueHaasUnicaW06-Bold" panose="020B0804030206020203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1718B4E7-6D67-7340-A4DC-781D2D2BFECF}"/>
              </a:ext>
            </a:extLst>
          </p:cNvPr>
          <p:cNvSpPr txBox="1"/>
          <p:nvPr/>
        </p:nvSpPr>
        <p:spPr>
          <a:xfrm>
            <a:off x="9985380" y="6376608"/>
            <a:ext cx="129778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703" u="none" strike="noStrike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January</a:t>
            </a:r>
            <a:r>
              <a:rPr kumimoji="0" lang="es-ES" sz="703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 2021</a:t>
            </a:r>
          </a:p>
        </p:txBody>
      </p:sp>
      <p:sp>
        <p:nvSpPr>
          <p:cNvPr id="51" name="ILV SILVER   I   Deal Advisory">
            <a:extLst>
              <a:ext uri="{FF2B5EF4-FFF2-40B4-BE49-F238E27FC236}">
                <a16:creationId xmlns:a16="http://schemas.microsoft.com/office/drawing/2014/main" id="{4170E653-2E02-AE45-94C6-A11FA088808E}"/>
              </a:ext>
            </a:extLst>
          </p:cNvPr>
          <p:cNvSpPr txBox="1"/>
          <p:nvPr/>
        </p:nvSpPr>
        <p:spPr>
          <a:xfrm>
            <a:off x="560339" y="6379290"/>
            <a:ext cx="726284" cy="178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341" tIns="40341" rIns="40341" bIns="40341" anchor="t">
            <a:spAutoFit/>
          </a:bodyPr>
          <a:lstStyle>
            <a:lvl1pPr defTabSz="3059876">
              <a:lnSpc>
                <a:spcPct val="90000"/>
              </a:lnSpc>
              <a:spcBef>
                <a:spcPts val="3000"/>
              </a:spcBef>
              <a:defRPr sz="1200">
                <a:solidFill>
                  <a:srgbClr val="5E5E5E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r>
              <a:rPr lang="es-ES" sz="703" b="0" i="0" dirty="0">
                <a:solidFill>
                  <a:schemeClr val="bg2"/>
                </a:solidFill>
                <a:latin typeface="NeueHaasUnicaW06-Light" panose="020B0404030206020203" pitchFamily="34" charset="0"/>
              </a:rPr>
              <a:t>ILV SILVER </a:t>
            </a:r>
            <a:endParaRPr sz="703" b="0" i="0" dirty="0">
              <a:solidFill>
                <a:schemeClr val="bg2"/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20DCE725-8A0F-5342-954B-1499D61C5E67}"/>
              </a:ext>
            </a:extLst>
          </p:cNvPr>
          <p:cNvCxnSpPr>
            <a:cxnSpLocks/>
          </p:cNvCxnSpPr>
          <p:nvPr/>
        </p:nvCxnSpPr>
        <p:spPr>
          <a:xfrm>
            <a:off x="133669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3" name="Rectángulo 52">
            <a:extLst>
              <a:ext uri="{FF2B5EF4-FFF2-40B4-BE49-F238E27FC236}">
                <a16:creationId xmlns:a16="http://schemas.microsoft.com/office/drawing/2014/main" id="{8D7D29EB-1C6C-F941-9E5B-35B49A32576E}"/>
              </a:ext>
            </a:extLst>
          </p:cNvPr>
          <p:cNvSpPr/>
          <p:nvPr/>
        </p:nvSpPr>
        <p:spPr>
          <a:xfrm>
            <a:off x="5738000" y="6382199"/>
            <a:ext cx="1447832" cy="2005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703" b="0" i="0" dirty="0">
                <a:solidFill>
                  <a:srgbClr val="CFB923"/>
                </a:solidFill>
                <a:latin typeface="Interstate Light" pitchFamily="2" charset="77"/>
              </a:rPr>
              <a:t>DRAFT SUBJECT TO CHANGES</a:t>
            </a:r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089C15B3-DE54-8F4F-A370-CB3EA9FD2ECF}"/>
              </a:ext>
            </a:extLst>
          </p:cNvPr>
          <p:cNvCxnSpPr/>
          <p:nvPr/>
        </p:nvCxnSpPr>
        <p:spPr>
          <a:xfrm>
            <a:off x="593825" y="1316013"/>
            <a:ext cx="5265538" cy="0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69E42348-E7DF-EC45-A435-420993CADE69}"/>
              </a:ext>
            </a:extLst>
          </p:cNvPr>
          <p:cNvCxnSpPr>
            <a:cxnSpLocks/>
          </p:cNvCxnSpPr>
          <p:nvPr/>
        </p:nvCxnSpPr>
        <p:spPr>
          <a:xfrm>
            <a:off x="1133097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Marcador de texto 6">
            <a:extLst>
              <a:ext uri="{FF2B5EF4-FFF2-40B4-BE49-F238E27FC236}">
                <a16:creationId xmlns:a16="http://schemas.microsoft.com/office/drawing/2014/main" id="{B56DFFC2-5F5F-C24E-8780-9F82DA20F1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1766" y="673272"/>
            <a:ext cx="5265538" cy="532884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266">
                <a:latin typeface="NeueHaasUnicaW06-Bold" panose="020B0804030206020203" pitchFamily="34" charset="0"/>
              </a:defRPr>
            </a:lvl1pPr>
            <a:lvl2pPr marL="241093" indent="0">
              <a:buFontTx/>
              <a:buNone/>
              <a:defRPr sz="1266">
                <a:latin typeface="NeueHaasUnicaW06-Bold" panose="020B0804030206020203" pitchFamily="34" charset="0"/>
              </a:defRPr>
            </a:lvl2pPr>
            <a:lvl3pPr marL="482186" indent="0">
              <a:buFontTx/>
              <a:buNone/>
              <a:defRPr sz="1266">
                <a:latin typeface="NeueHaasUnicaW06-Bold" panose="020B0804030206020203" pitchFamily="34" charset="0"/>
              </a:defRPr>
            </a:lvl3pPr>
            <a:lvl4pPr marL="729976" indent="0">
              <a:buFontTx/>
              <a:buNone/>
              <a:defRPr sz="1266">
                <a:latin typeface="NeueHaasUnicaW06-Bold" panose="020B0804030206020203" pitchFamily="34" charset="0"/>
              </a:defRPr>
            </a:lvl4pPr>
            <a:lvl5pPr marL="972186" indent="0">
              <a:buFontTx/>
              <a:buNone/>
              <a:defRPr sz="1266">
                <a:latin typeface="NeueHaasUnicaW06-Bold" panose="020B0804030206020203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9272206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nexo 1 : Alcance FINANCI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>
            <a:extLst>
              <a:ext uri="{FF2B5EF4-FFF2-40B4-BE49-F238E27FC236}">
                <a16:creationId xmlns:a16="http://schemas.microsoft.com/office/drawing/2014/main" id="{D07A44FC-3726-8440-8458-BB182D968529}"/>
              </a:ext>
            </a:extLst>
          </p:cNvPr>
          <p:cNvSpPr txBox="1"/>
          <p:nvPr/>
        </p:nvSpPr>
        <p:spPr>
          <a:xfrm>
            <a:off x="545841" y="811294"/>
            <a:ext cx="2974080" cy="817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defTabSz="964372">
              <a:defRPr sz="4800">
                <a:solidFill>
                  <a:schemeClr val="accent3">
                    <a:lumOff val="44000"/>
                  </a:schemeClr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lang="es-ES" sz="2250" b="0" dirty="0" err="1">
                <a:solidFill>
                  <a:schemeClr val="tx1"/>
                </a:solidFill>
                <a:latin typeface="NeueHaasUnicaW06-Bold" panose="020B0804030206020203" pitchFamily="34" charset="0"/>
              </a:rPr>
              <a:t>Scope</a:t>
            </a:r>
            <a:r>
              <a:rPr lang="es-ES" sz="2250" b="0" dirty="0">
                <a:solidFill>
                  <a:schemeClr val="tx1"/>
                </a:solidFill>
                <a:latin typeface="NeueHaasUnicaW06-Bold" panose="020B0804030206020203" pitchFamily="34" charset="0"/>
              </a:rPr>
              <a:t> of </a:t>
            </a:r>
            <a:r>
              <a:rPr lang="es-ES" sz="2250" b="0" dirty="0" err="1">
                <a:solidFill>
                  <a:schemeClr val="tx1"/>
                </a:solidFill>
                <a:latin typeface="NeueHaasUnicaW06-Bold" panose="020B0804030206020203" pitchFamily="34" charset="0"/>
              </a:rPr>
              <a:t>work</a:t>
            </a:r>
            <a:endParaRPr lang="es-ES" sz="2250" b="0" dirty="0">
              <a:solidFill>
                <a:schemeClr val="tx1"/>
              </a:solidFill>
              <a:latin typeface="NeueHaasUnicaW06-Bold" panose="020B0804030206020203" pitchFamily="34" charset="0"/>
            </a:endParaRPr>
          </a:p>
          <a:p>
            <a:pPr defTabSz="964372">
              <a:defRPr sz="4800">
                <a:solidFill>
                  <a:schemeClr val="accent3">
                    <a:lumOff val="44000"/>
                  </a:schemeClr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lang="es-ES" sz="2531" dirty="0">
                <a:solidFill>
                  <a:srgbClr val="BFBFBF"/>
                </a:solidFill>
              </a:rPr>
              <a:t>FINANCIAL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84D78E1-63AD-3249-8DAD-3DF76E55E69B}"/>
              </a:ext>
            </a:extLst>
          </p:cNvPr>
          <p:cNvSpPr/>
          <p:nvPr/>
        </p:nvSpPr>
        <p:spPr>
          <a:xfrm>
            <a:off x="-259775" y="810827"/>
            <a:ext cx="506558" cy="232922"/>
          </a:xfrm>
          <a:prstGeom prst="rect">
            <a:avLst/>
          </a:prstGeom>
          <a:solidFill>
            <a:srgbClr val="BFBFB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14F8345-FDF7-6246-82EB-4648DB4926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030" y="1547992"/>
            <a:ext cx="1413867" cy="246679"/>
          </a:xfrm>
          <a:prstGeom prst="rect">
            <a:avLst/>
          </a:prstGeom>
        </p:spPr>
        <p:txBody>
          <a:bodyPr anchor="ctr"/>
          <a:lstStyle>
            <a:lvl1pPr>
              <a:buNone/>
              <a:defRPr sz="984" b="0" i="0">
                <a:latin typeface="NeueHaasUnicaW06-Light" panose="020B0404030206020203" pitchFamily="34" charset="0"/>
              </a:defRPr>
            </a:lvl1pPr>
            <a:lvl2pPr>
              <a:defRPr sz="984" b="0" i="0">
                <a:latin typeface="Neue Haas Unica W1G Light" panose="020B0404030206020203" pitchFamily="34" charset="0"/>
              </a:defRPr>
            </a:lvl2pPr>
            <a:lvl3pPr>
              <a:defRPr sz="984" b="0" i="0">
                <a:latin typeface="Neue Haas Unica W1G Light" panose="020B0404030206020203" pitchFamily="34" charset="0"/>
              </a:defRPr>
            </a:lvl3pPr>
            <a:lvl4pPr>
              <a:defRPr sz="984" b="0" i="0">
                <a:latin typeface="Neue Haas Unica W1G Light" panose="020B0404030206020203" pitchFamily="34" charset="0"/>
              </a:defRPr>
            </a:lvl4pPr>
            <a:lvl5pPr>
              <a:defRPr sz="984" b="0" i="0">
                <a:latin typeface="Neue Haas Unica W1G Light" panose="020B0404030206020203" pitchFamily="34" charset="0"/>
              </a:defRPr>
            </a:lvl5pPr>
          </a:lstStyle>
          <a:p>
            <a:pPr lvl="0"/>
            <a:r>
              <a:rPr lang="es-ES" dirty="0"/>
              <a:t>(1 of 2)</a:t>
            </a:r>
          </a:p>
        </p:txBody>
      </p:sp>
      <p:pic>
        <p:nvPicPr>
          <p:cNvPr id="37" name="Imagen" descr="Imagen">
            <a:extLst>
              <a:ext uri="{FF2B5EF4-FFF2-40B4-BE49-F238E27FC236}">
                <a16:creationId xmlns:a16="http://schemas.microsoft.com/office/drawing/2014/main" id="{98A7023D-C684-A545-8397-6B9C51CD182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5C621DD8-187C-944A-ADD7-7FBCE8066C5E}"/>
              </a:ext>
            </a:extLst>
          </p:cNvPr>
          <p:cNvCxnSpPr/>
          <p:nvPr/>
        </p:nvCxnSpPr>
        <p:spPr>
          <a:xfrm>
            <a:off x="593824" y="527816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62">
            <a:extLst>
              <a:ext uri="{FF2B5EF4-FFF2-40B4-BE49-F238E27FC236}">
                <a16:creationId xmlns:a16="http://schemas.microsoft.com/office/drawing/2014/main" id="{B1A11FCA-0A63-BC4A-8AA4-D3C36116E899}"/>
              </a:ext>
            </a:extLst>
          </p:cNvPr>
          <p:cNvSpPr txBox="1"/>
          <p:nvPr/>
        </p:nvSpPr>
        <p:spPr>
          <a:xfrm>
            <a:off x="1426890" y="6373986"/>
            <a:ext cx="619958" cy="189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0281" tIns="40281" rIns="40281" bIns="40281" anchor="t">
            <a:spAutoFit/>
          </a:bodyPr>
          <a:lstStyle>
            <a:lvl1pPr algn="r" defTabSz="1424392">
              <a:defRPr sz="1000">
                <a:solidFill>
                  <a:srgbClr val="808080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pPr algn="l"/>
            <a:r>
              <a:rPr lang="es-ES" sz="703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Project </a:t>
            </a:r>
            <a:r>
              <a:rPr lang="es-ES" sz="703" b="0" i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Name</a:t>
            </a:r>
            <a:endParaRPr lang="es-ES" sz="703" b="0" i="0" dirty="0">
              <a:solidFill>
                <a:schemeClr val="tx1">
                  <a:lumMod val="65000"/>
                  <a:lumOff val="35000"/>
                </a:schemeClr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DA5A6032-0981-D041-BB42-4D68779AF0EF}"/>
              </a:ext>
            </a:extLst>
          </p:cNvPr>
          <p:cNvCxnSpPr/>
          <p:nvPr/>
        </p:nvCxnSpPr>
        <p:spPr>
          <a:xfrm>
            <a:off x="593824" y="6323183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78F04B2F-F6E5-4D4A-B701-1217F5BE9245}"/>
              </a:ext>
            </a:extLst>
          </p:cNvPr>
          <p:cNvSpPr txBox="1">
            <a:spLocks/>
          </p:cNvSpPr>
          <p:nvPr/>
        </p:nvSpPr>
        <p:spPr>
          <a:xfrm>
            <a:off x="11329357" y="6376608"/>
            <a:ext cx="36643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ct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946EAFFB-FB0C-A74B-ADB4-A66DEAE91EB9}" type="slidenum">
              <a:rPr kumimoji="0" lang="es-ES" sz="703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NeueHaasUnicaW06-Bold" panose="020B0804030206020203" pitchFamily="34" charset="0"/>
                <a:ea typeface="Century Gothic"/>
                <a:cs typeface="Century Gothic"/>
                <a:sym typeface="Century Gothic"/>
              </a:rPr>
              <a:pPr marL="0" marR="0" indent="0" algn="ctr" defTabSz="80679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‹Nº›</a:t>
            </a:fld>
            <a:endParaRPr kumimoji="0" lang="es-ES" sz="703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NeueHaasUnicaW06-Bold" panose="020B0804030206020203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B37724B-D14A-E84F-9E1D-E435943BF110}"/>
              </a:ext>
            </a:extLst>
          </p:cNvPr>
          <p:cNvSpPr txBox="1"/>
          <p:nvPr/>
        </p:nvSpPr>
        <p:spPr>
          <a:xfrm>
            <a:off x="9985380" y="6376608"/>
            <a:ext cx="129778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703" u="none" strike="noStrike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January</a:t>
            </a:r>
            <a:r>
              <a:rPr kumimoji="0" lang="es-ES" sz="703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 2021</a:t>
            </a:r>
          </a:p>
        </p:txBody>
      </p:sp>
      <p:sp>
        <p:nvSpPr>
          <p:cNvPr id="44" name="ILV SILVER   I   Deal Advisory">
            <a:extLst>
              <a:ext uri="{FF2B5EF4-FFF2-40B4-BE49-F238E27FC236}">
                <a16:creationId xmlns:a16="http://schemas.microsoft.com/office/drawing/2014/main" id="{903D9204-3F48-0E44-BD90-D31C197428EA}"/>
              </a:ext>
            </a:extLst>
          </p:cNvPr>
          <p:cNvSpPr txBox="1"/>
          <p:nvPr/>
        </p:nvSpPr>
        <p:spPr>
          <a:xfrm>
            <a:off x="560339" y="6379290"/>
            <a:ext cx="726284" cy="178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341" tIns="40341" rIns="40341" bIns="40341" anchor="t">
            <a:spAutoFit/>
          </a:bodyPr>
          <a:lstStyle>
            <a:lvl1pPr defTabSz="3059876">
              <a:lnSpc>
                <a:spcPct val="90000"/>
              </a:lnSpc>
              <a:spcBef>
                <a:spcPts val="3000"/>
              </a:spcBef>
              <a:defRPr sz="1200">
                <a:solidFill>
                  <a:srgbClr val="5E5E5E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r>
              <a:rPr lang="es-ES" sz="703" b="0" i="0" dirty="0">
                <a:solidFill>
                  <a:schemeClr val="bg2"/>
                </a:solidFill>
                <a:latin typeface="NeueHaasUnicaW06-Light" panose="020B0404030206020203" pitchFamily="34" charset="0"/>
              </a:rPr>
              <a:t>ILV SILVER </a:t>
            </a:r>
            <a:endParaRPr sz="703" b="0" i="0" dirty="0">
              <a:solidFill>
                <a:schemeClr val="bg2"/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D01281EF-AC67-1E40-8FF3-8A13543E40B4}"/>
              </a:ext>
            </a:extLst>
          </p:cNvPr>
          <p:cNvCxnSpPr>
            <a:cxnSpLocks/>
          </p:cNvCxnSpPr>
          <p:nvPr/>
        </p:nvCxnSpPr>
        <p:spPr>
          <a:xfrm>
            <a:off x="133669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Rectángulo 45">
            <a:extLst>
              <a:ext uri="{FF2B5EF4-FFF2-40B4-BE49-F238E27FC236}">
                <a16:creationId xmlns:a16="http://schemas.microsoft.com/office/drawing/2014/main" id="{9DBF1BD9-D389-234C-83E0-66F863EAC5B6}"/>
              </a:ext>
            </a:extLst>
          </p:cNvPr>
          <p:cNvSpPr/>
          <p:nvPr/>
        </p:nvSpPr>
        <p:spPr>
          <a:xfrm>
            <a:off x="5738000" y="6382199"/>
            <a:ext cx="1447832" cy="2005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703" b="0" i="0" dirty="0">
                <a:solidFill>
                  <a:srgbClr val="CFB923"/>
                </a:solidFill>
                <a:latin typeface="Interstate Light" pitchFamily="2" charset="77"/>
              </a:rPr>
              <a:t>DRAFT SUBJECT TO CHANGES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BAC28AB7-D475-024D-803E-C79E9925B110}"/>
              </a:ext>
            </a:extLst>
          </p:cNvPr>
          <p:cNvCxnSpPr>
            <a:cxnSpLocks/>
          </p:cNvCxnSpPr>
          <p:nvPr/>
        </p:nvCxnSpPr>
        <p:spPr>
          <a:xfrm>
            <a:off x="1133097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522D8702-269E-8F4C-9D9F-5D2AE5D8F5F7}"/>
              </a:ext>
            </a:extLst>
          </p:cNvPr>
          <p:cNvSpPr/>
          <p:nvPr/>
        </p:nvSpPr>
        <p:spPr>
          <a:xfrm>
            <a:off x="501766" y="318733"/>
            <a:ext cx="1959695" cy="222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" sz="844" dirty="0" err="1">
                <a:latin typeface="NeueHaasUnicaW06-Bold" panose="020B0804030206020203" pitchFamily="34" charset="0"/>
              </a:rPr>
              <a:t>Appendix</a:t>
            </a:r>
            <a:r>
              <a:rPr lang="es-ES" sz="844" dirty="0">
                <a:latin typeface="NeueHaasUnicaW06-Bold" panose="020B0804030206020203" pitchFamily="34" charset="0"/>
              </a:rPr>
              <a:t>: </a:t>
            </a:r>
            <a:r>
              <a:rPr lang="es-ES" sz="844" dirty="0" err="1">
                <a:latin typeface="NeueHaasUnicaW06-Bold" panose="020B0804030206020203" pitchFamily="34" charset="0"/>
              </a:rPr>
              <a:t>Scope</a:t>
            </a:r>
            <a:r>
              <a:rPr lang="es-ES" sz="844" dirty="0">
                <a:latin typeface="NeueHaasUnicaW06-Bold" panose="020B0804030206020203" pitchFamily="34" charset="0"/>
              </a:rPr>
              <a:t> of </a:t>
            </a:r>
            <a:r>
              <a:rPr lang="es-ES" sz="844" dirty="0" err="1">
                <a:latin typeface="NeueHaasUnicaW06-Bold" panose="020B0804030206020203" pitchFamily="34" charset="0"/>
              </a:rPr>
              <a:t>work</a:t>
            </a:r>
            <a:endParaRPr lang="es-ES" sz="844" dirty="0">
              <a:latin typeface="NeueHaasUnicaW06-Bold" panose="020B0804030206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12670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nexo 1 : Alcance FIS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584D78E1-63AD-3249-8DAD-3DF76E55E69B}"/>
              </a:ext>
            </a:extLst>
          </p:cNvPr>
          <p:cNvSpPr/>
          <p:nvPr/>
        </p:nvSpPr>
        <p:spPr>
          <a:xfrm>
            <a:off x="-259775" y="810827"/>
            <a:ext cx="506558" cy="232922"/>
          </a:xfrm>
          <a:prstGeom prst="rect">
            <a:avLst/>
          </a:prstGeom>
          <a:solidFill>
            <a:srgbClr val="4C89A7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48A174B-F834-4649-94C6-89E6BC764E60}"/>
              </a:ext>
            </a:extLst>
          </p:cNvPr>
          <p:cNvSpPr txBox="1"/>
          <p:nvPr/>
        </p:nvSpPr>
        <p:spPr>
          <a:xfrm>
            <a:off x="545841" y="811294"/>
            <a:ext cx="2974080" cy="817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defTabSz="964372">
              <a:defRPr sz="4800">
                <a:solidFill>
                  <a:schemeClr val="accent3">
                    <a:lumOff val="44000"/>
                  </a:schemeClr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lang="es-ES" sz="2250" b="0" dirty="0" err="1">
                <a:solidFill>
                  <a:schemeClr val="tx1"/>
                </a:solidFill>
                <a:latin typeface="NeueHaasUnicaW06-Bold" panose="020B0804030206020203" pitchFamily="34" charset="0"/>
              </a:rPr>
              <a:t>Scope</a:t>
            </a:r>
            <a:r>
              <a:rPr lang="es-ES" sz="2250" b="0" dirty="0">
                <a:solidFill>
                  <a:schemeClr val="tx1"/>
                </a:solidFill>
                <a:latin typeface="NeueHaasUnicaW06-Bold" panose="020B0804030206020203" pitchFamily="34" charset="0"/>
              </a:rPr>
              <a:t> of </a:t>
            </a:r>
            <a:r>
              <a:rPr lang="es-ES" sz="2250" b="0" dirty="0" err="1">
                <a:solidFill>
                  <a:schemeClr val="tx1"/>
                </a:solidFill>
                <a:latin typeface="NeueHaasUnicaW06-Bold" panose="020B0804030206020203" pitchFamily="34" charset="0"/>
              </a:rPr>
              <a:t>work</a:t>
            </a:r>
            <a:endParaRPr lang="es-ES" sz="2250" b="0" dirty="0">
              <a:solidFill>
                <a:schemeClr val="tx1"/>
              </a:solidFill>
              <a:latin typeface="NeueHaasUnicaW06-Bold" panose="020B0804030206020203" pitchFamily="34" charset="0"/>
            </a:endParaRPr>
          </a:p>
          <a:p>
            <a:pPr defTabSz="964372">
              <a:defRPr sz="4800">
                <a:solidFill>
                  <a:schemeClr val="accent3">
                    <a:lumOff val="44000"/>
                  </a:schemeClr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lang="es-ES" sz="2531" dirty="0">
                <a:solidFill>
                  <a:srgbClr val="4C89A7"/>
                </a:solidFill>
              </a:rPr>
              <a:t>TAX</a:t>
            </a:r>
          </a:p>
        </p:txBody>
      </p:sp>
      <p:sp>
        <p:nvSpPr>
          <p:cNvPr id="38" name="Marcador de texto 5">
            <a:extLst>
              <a:ext uri="{FF2B5EF4-FFF2-40B4-BE49-F238E27FC236}">
                <a16:creationId xmlns:a16="http://schemas.microsoft.com/office/drawing/2014/main" id="{D2D3F56C-9231-CD47-81EA-A5B94CDC4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030" y="1547992"/>
            <a:ext cx="1413867" cy="246679"/>
          </a:xfrm>
          <a:prstGeom prst="rect">
            <a:avLst/>
          </a:prstGeom>
        </p:spPr>
        <p:txBody>
          <a:bodyPr anchor="ctr"/>
          <a:lstStyle>
            <a:lvl1pPr>
              <a:buNone/>
              <a:defRPr sz="984" b="0" i="0">
                <a:latin typeface="NeueHaasUnicaW06-Light" panose="020B0404030206020203" pitchFamily="34" charset="0"/>
              </a:defRPr>
            </a:lvl1pPr>
            <a:lvl2pPr>
              <a:defRPr sz="984" b="0" i="0">
                <a:latin typeface="Neue Haas Unica W1G Light" panose="020B0404030206020203" pitchFamily="34" charset="0"/>
              </a:defRPr>
            </a:lvl2pPr>
            <a:lvl3pPr>
              <a:defRPr sz="984" b="0" i="0">
                <a:latin typeface="Neue Haas Unica W1G Light" panose="020B0404030206020203" pitchFamily="34" charset="0"/>
              </a:defRPr>
            </a:lvl3pPr>
            <a:lvl4pPr>
              <a:defRPr sz="984" b="0" i="0">
                <a:latin typeface="Neue Haas Unica W1G Light" panose="020B0404030206020203" pitchFamily="34" charset="0"/>
              </a:defRPr>
            </a:lvl4pPr>
            <a:lvl5pPr>
              <a:defRPr sz="984" b="0" i="0">
                <a:latin typeface="Neue Haas Unica W1G Light" panose="020B0404030206020203" pitchFamily="34" charset="0"/>
              </a:defRPr>
            </a:lvl5pPr>
          </a:lstStyle>
          <a:p>
            <a:pPr lvl="0"/>
            <a:r>
              <a:rPr lang="es-ES" dirty="0"/>
              <a:t>(1 of 2)</a:t>
            </a:r>
          </a:p>
        </p:txBody>
      </p:sp>
      <p:pic>
        <p:nvPicPr>
          <p:cNvPr id="39" name="Imagen" descr="Imagen">
            <a:extLst>
              <a:ext uri="{FF2B5EF4-FFF2-40B4-BE49-F238E27FC236}">
                <a16:creationId xmlns:a16="http://schemas.microsoft.com/office/drawing/2014/main" id="{A890B1B4-D91E-C54B-9A21-FB19515A43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26074C7E-BB23-3340-A8C5-0C13182E3BE8}"/>
              </a:ext>
            </a:extLst>
          </p:cNvPr>
          <p:cNvCxnSpPr/>
          <p:nvPr/>
        </p:nvCxnSpPr>
        <p:spPr>
          <a:xfrm>
            <a:off x="593824" y="527816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 62">
            <a:extLst>
              <a:ext uri="{FF2B5EF4-FFF2-40B4-BE49-F238E27FC236}">
                <a16:creationId xmlns:a16="http://schemas.microsoft.com/office/drawing/2014/main" id="{1F749460-7257-8C4F-9AB6-4831F7FBD95D}"/>
              </a:ext>
            </a:extLst>
          </p:cNvPr>
          <p:cNvSpPr txBox="1"/>
          <p:nvPr/>
        </p:nvSpPr>
        <p:spPr>
          <a:xfrm>
            <a:off x="1426890" y="6373986"/>
            <a:ext cx="619958" cy="189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0281" tIns="40281" rIns="40281" bIns="40281" anchor="t">
            <a:spAutoFit/>
          </a:bodyPr>
          <a:lstStyle>
            <a:lvl1pPr algn="r" defTabSz="1424392">
              <a:defRPr sz="1000">
                <a:solidFill>
                  <a:srgbClr val="808080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pPr algn="l"/>
            <a:r>
              <a:rPr lang="es-ES" sz="703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Project </a:t>
            </a:r>
            <a:r>
              <a:rPr lang="es-ES" sz="703" b="0" i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Name</a:t>
            </a:r>
            <a:endParaRPr lang="es-ES" sz="703" b="0" i="0" dirty="0">
              <a:solidFill>
                <a:schemeClr val="tx1">
                  <a:lumMod val="65000"/>
                  <a:lumOff val="35000"/>
                </a:schemeClr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40893626-D2FA-A548-9690-A5CFCD1050EB}"/>
              </a:ext>
            </a:extLst>
          </p:cNvPr>
          <p:cNvCxnSpPr/>
          <p:nvPr/>
        </p:nvCxnSpPr>
        <p:spPr>
          <a:xfrm>
            <a:off x="593824" y="6323183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16DA813-F816-E049-A781-C0C658D1D5D8}"/>
              </a:ext>
            </a:extLst>
          </p:cNvPr>
          <p:cNvSpPr txBox="1">
            <a:spLocks/>
          </p:cNvSpPr>
          <p:nvPr/>
        </p:nvSpPr>
        <p:spPr>
          <a:xfrm>
            <a:off x="11329357" y="6376608"/>
            <a:ext cx="36643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ct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946EAFFB-FB0C-A74B-ADB4-A66DEAE91EB9}" type="slidenum">
              <a:rPr kumimoji="0" lang="es-ES" sz="703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NeueHaasUnicaW06-Bold" panose="020B0804030206020203" pitchFamily="34" charset="0"/>
                <a:ea typeface="Century Gothic"/>
                <a:cs typeface="Century Gothic"/>
                <a:sym typeface="Century Gothic"/>
              </a:rPr>
              <a:pPr marL="0" marR="0" indent="0" algn="ctr" defTabSz="80679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‹Nº›</a:t>
            </a:fld>
            <a:endParaRPr kumimoji="0" lang="es-ES" sz="703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NeueHaasUnicaW06-Bold" panose="020B0804030206020203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EFA2A87E-5D9D-5A4B-AF21-9DA8BDAA6C4C}"/>
              </a:ext>
            </a:extLst>
          </p:cNvPr>
          <p:cNvSpPr txBox="1"/>
          <p:nvPr/>
        </p:nvSpPr>
        <p:spPr>
          <a:xfrm>
            <a:off x="9985380" y="6376608"/>
            <a:ext cx="129778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703" u="none" strike="noStrike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January</a:t>
            </a:r>
            <a:r>
              <a:rPr kumimoji="0" lang="es-ES" sz="703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 2021</a:t>
            </a:r>
          </a:p>
        </p:txBody>
      </p:sp>
      <p:sp>
        <p:nvSpPr>
          <p:cNvPr id="46" name="ILV SILVER   I   Deal Advisory">
            <a:extLst>
              <a:ext uri="{FF2B5EF4-FFF2-40B4-BE49-F238E27FC236}">
                <a16:creationId xmlns:a16="http://schemas.microsoft.com/office/drawing/2014/main" id="{B39CC14A-6974-C743-AFF9-280E5F4BD1AD}"/>
              </a:ext>
            </a:extLst>
          </p:cNvPr>
          <p:cNvSpPr txBox="1"/>
          <p:nvPr/>
        </p:nvSpPr>
        <p:spPr>
          <a:xfrm>
            <a:off x="560339" y="6379290"/>
            <a:ext cx="726284" cy="178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341" tIns="40341" rIns="40341" bIns="40341" anchor="t">
            <a:spAutoFit/>
          </a:bodyPr>
          <a:lstStyle>
            <a:lvl1pPr defTabSz="3059876">
              <a:lnSpc>
                <a:spcPct val="90000"/>
              </a:lnSpc>
              <a:spcBef>
                <a:spcPts val="3000"/>
              </a:spcBef>
              <a:defRPr sz="1200">
                <a:solidFill>
                  <a:srgbClr val="5E5E5E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r>
              <a:rPr lang="es-ES" sz="703" b="0" i="0" dirty="0">
                <a:solidFill>
                  <a:schemeClr val="bg2"/>
                </a:solidFill>
                <a:latin typeface="NeueHaasUnicaW06-Light" panose="020B0404030206020203" pitchFamily="34" charset="0"/>
              </a:rPr>
              <a:t>ILV SILVER </a:t>
            </a:r>
            <a:endParaRPr sz="703" b="0" i="0" dirty="0">
              <a:solidFill>
                <a:schemeClr val="bg2"/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FB880C93-2BA4-734A-8AA9-0A64FB116E6B}"/>
              </a:ext>
            </a:extLst>
          </p:cNvPr>
          <p:cNvCxnSpPr>
            <a:cxnSpLocks/>
          </p:cNvCxnSpPr>
          <p:nvPr/>
        </p:nvCxnSpPr>
        <p:spPr>
          <a:xfrm>
            <a:off x="133669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E62D8131-F57C-6046-B046-FE0B81A5B47B}"/>
              </a:ext>
            </a:extLst>
          </p:cNvPr>
          <p:cNvSpPr/>
          <p:nvPr/>
        </p:nvSpPr>
        <p:spPr>
          <a:xfrm>
            <a:off x="5738000" y="6382199"/>
            <a:ext cx="1447832" cy="2005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703" b="0" i="0" dirty="0">
                <a:solidFill>
                  <a:srgbClr val="CFB923"/>
                </a:solidFill>
                <a:latin typeface="Interstate Light" pitchFamily="2" charset="77"/>
              </a:rPr>
              <a:t>DRAFT SUBJECT TO CHANGES</a:t>
            </a:r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75CBFE36-E650-994E-A394-EDA6C317B7D1}"/>
              </a:ext>
            </a:extLst>
          </p:cNvPr>
          <p:cNvCxnSpPr>
            <a:cxnSpLocks/>
          </p:cNvCxnSpPr>
          <p:nvPr/>
        </p:nvCxnSpPr>
        <p:spPr>
          <a:xfrm>
            <a:off x="1133097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AAD30380-E1A5-F44D-A14C-26EB4039C331}"/>
              </a:ext>
            </a:extLst>
          </p:cNvPr>
          <p:cNvSpPr/>
          <p:nvPr/>
        </p:nvSpPr>
        <p:spPr>
          <a:xfrm>
            <a:off x="501766" y="318733"/>
            <a:ext cx="1959695" cy="222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" sz="844" dirty="0" err="1">
                <a:latin typeface="NeueHaasUnicaW06-Bold" panose="020B0804030206020203" pitchFamily="34" charset="0"/>
              </a:rPr>
              <a:t>Appendix</a:t>
            </a:r>
            <a:r>
              <a:rPr lang="es-ES" sz="844" dirty="0">
                <a:latin typeface="NeueHaasUnicaW06-Bold" panose="020B0804030206020203" pitchFamily="34" charset="0"/>
              </a:rPr>
              <a:t>: </a:t>
            </a:r>
            <a:r>
              <a:rPr lang="es-ES" sz="844" dirty="0" err="1">
                <a:latin typeface="NeueHaasUnicaW06-Bold" panose="020B0804030206020203" pitchFamily="34" charset="0"/>
              </a:rPr>
              <a:t>Scope</a:t>
            </a:r>
            <a:r>
              <a:rPr lang="es-ES" sz="844" dirty="0">
                <a:latin typeface="NeueHaasUnicaW06-Bold" panose="020B0804030206020203" pitchFamily="34" charset="0"/>
              </a:rPr>
              <a:t> of </a:t>
            </a:r>
            <a:r>
              <a:rPr lang="es-ES" sz="844" dirty="0" err="1">
                <a:latin typeface="NeueHaasUnicaW06-Bold" panose="020B0804030206020203" pitchFamily="34" charset="0"/>
              </a:rPr>
              <a:t>work</a:t>
            </a:r>
            <a:endParaRPr lang="es-ES" sz="844" dirty="0">
              <a:latin typeface="NeueHaasUnicaW06-Bold" panose="020B0804030206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2504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nexo 1 : Alcance LEG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584D78E1-63AD-3249-8DAD-3DF76E55E69B}"/>
              </a:ext>
            </a:extLst>
          </p:cNvPr>
          <p:cNvSpPr/>
          <p:nvPr/>
        </p:nvSpPr>
        <p:spPr>
          <a:xfrm>
            <a:off x="-259775" y="810827"/>
            <a:ext cx="506558" cy="232922"/>
          </a:xfrm>
          <a:prstGeom prst="rect">
            <a:avLst/>
          </a:prstGeom>
          <a:solidFill>
            <a:srgbClr val="9ACA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7EA3B4B-5B03-C040-9FAF-855EB33A7B66}"/>
              </a:ext>
            </a:extLst>
          </p:cNvPr>
          <p:cNvSpPr txBox="1"/>
          <p:nvPr/>
        </p:nvSpPr>
        <p:spPr>
          <a:xfrm>
            <a:off x="545841" y="811294"/>
            <a:ext cx="2974080" cy="817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defTabSz="964372">
              <a:defRPr sz="4800">
                <a:solidFill>
                  <a:schemeClr val="accent3">
                    <a:lumOff val="44000"/>
                  </a:schemeClr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lang="es-ES" sz="2250" b="0" dirty="0" err="1">
                <a:solidFill>
                  <a:schemeClr val="tx1"/>
                </a:solidFill>
                <a:latin typeface="NeueHaasUnicaW06-Bold" panose="020B0804030206020203" pitchFamily="34" charset="0"/>
              </a:rPr>
              <a:t>Scope</a:t>
            </a:r>
            <a:r>
              <a:rPr lang="es-ES" sz="2250" b="0" dirty="0">
                <a:solidFill>
                  <a:schemeClr val="tx1"/>
                </a:solidFill>
                <a:latin typeface="NeueHaasUnicaW06-Bold" panose="020B0804030206020203" pitchFamily="34" charset="0"/>
              </a:rPr>
              <a:t> of </a:t>
            </a:r>
            <a:r>
              <a:rPr lang="es-ES" sz="2250" b="0" dirty="0" err="1">
                <a:solidFill>
                  <a:schemeClr val="tx1"/>
                </a:solidFill>
                <a:latin typeface="NeueHaasUnicaW06-Bold" panose="020B0804030206020203" pitchFamily="34" charset="0"/>
              </a:rPr>
              <a:t>work</a:t>
            </a:r>
            <a:endParaRPr lang="es-ES" sz="2250" b="0" dirty="0">
              <a:solidFill>
                <a:schemeClr val="tx1"/>
              </a:solidFill>
              <a:latin typeface="NeueHaasUnicaW06-Bold" panose="020B0804030206020203" pitchFamily="34" charset="0"/>
            </a:endParaRPr>
          </a:p>
          <a:p>
            <a:pPr defTabSz="964372">
              <a:defRPr sz="4800">
                <a:solidFill>
                  <a:schemeClr val="accent3">
                    <a:lumOff val="44000"/>
                  </a:schemeClr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lang="es-ES" sz="2531" dirty="0">
                <a:solidFill>
                  <a:srgbClr val="9ACA00"/>
                </a:solidFill>
              </a:rPr>
              <a:t>LEGAL</a:t>
            </a:r>
          </a:p>
        </p:txBody>
      </p:sp>
      <p:sp>
        <p:nvSpPr>
          <p:cNvPr id="51" name="Marcador de texto 5">
            <a:extLst>
              <a:ext uri="{FF2B5EF4-FFF2-40B4-BE49-F238E27FC236}">
                <a16:creationId xmlns:a16="http://schemas.microsoft.com/office/drawing/2014/main" id="{1589E708-E49A-924D-B161-A1CEA8024C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030" y="1547992"/>
            <a:ext cx="1413867" cy="246679"/>
          </a:xfrm>
          <a:prstGeom prst="rect">
            <a:avLst/>
          </a:prstGeom>
        </p:spPr>
        <p:txBody>
          <a:bodyPr anchor="ctr"/>
          <a:lstStyle>
            <a:lvl1pPr>
              <a:buNone/>
              <a:defRPr sz="984" b="0" i="0">
                <a:latin typeface="NeueHaasUnicaW06-Light" panose="020B0404030206020203" pitchFamily="34" charset="0"/>
              </a:defRPr>
            </a:lvl1pPr>
            <a:lvl2pPr>
              <a:defRPr sz="984" b="0" i="0">
                <a:latin typeface="Neue Haas Unica W1G Light" panose="020B0404030206020203" pitchFamily="34" charset="0"/>
              </a:defRPr>
            </a:lvl2pPr>
            <a:lvl3pPr>
              <a:defRPr sz="984" b="0" i="0">
                <a:latin typeface="Neue Haas Unica W1G Light" panose="020B0404030206020203" pitchFamily="34" charset="0"/>
              </a:defRPr>
            </a:lvl3pPr>
            <a:lvl4pPr>
              <a:defRPr sz="984" b="0" i="0">
                <a:latin typeface="Neue Haas Unica W1G Light" panose="020B0404030206020203" pitchFamily="34" charset="0"/>
              </a:defRPr>
            </a:lvl4pPr>
            <a:lvl5pPr>
              <a:defRPr sz="984" b="0" i="0">
                <a:latin typeface="Neue Haas Unica W1G Light" panose="020B0404030206020203" pitchFamily="34" charset="0"/>
              </a:defRPr>
            </a:lvl5pPr>
          </a:lstStyle>
          <a:p>
            <a:pPr lvl="0"/>
            <a:r>
              <a:rPr lang="es-ES" dirty="0"/>
              <a:t>(1 of 2)</a:t>
            </a:r>
          </a:p>
        </p:txBody>
      </p:sp>
      <p:pic>
        <p:nvPicPr>
          <p:cNvPr id="52" name="Imagen" descr="Imagen">
            <a:extLst>
              <a:ext uri="{FF2B5EF4-FFF2-40B4-BE49-F238E27FC236}">
                <a16:creationId xmlns:a16="http://schemas.microsoft.com/office/drawing/2014/main" id="{A83DDC1A-78AB-A24E-B763-77AC8412B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722F8657-DB5C-794F-B26C-3A27F077FE01}"/>
              </a:ext>
            </a:extLst>
          </p:cNvPr>
          <p:cNvCxnSpPr/>
          <p:nvPr/>
        </p:nvCxnSpPr>
        <p:spPr>
          <a:xfrm>
            <a:off x="593824" y="527816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Rectangle 62">
            <a:extLst>
              <a:ext uri="{FF2B5EF4-FFF2-40B4-BE49-F238E27FC236}">
                <a16:creationId xmlns:a16="http://schemas.microsoft.com/office/drawing/2014/main" id="{59D4CE0F-14E5-964C-9C2F-48234CB9A3BC}"/>
              </a:ext>
            </a:extLst>
          </p:cNvPr>
          <p:cNvSpPr txBox="1"/>
          <p:nvPr/>
        </p:nvSpPr>
        <p:spPr>
          <a:xfrm>
            <a:off x="1426890" y="6373986"/>
            <a:ext cx="619958" cy="189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0281" tIns="40281" rIns="40281" bIns="40281" anchor="t">
            <a:spAutoFit/>
          </a:bodyPr>
          <a:lstStyle>
            <a:lvl1pPr algn="r" defTabSz="1424392">
              <a:defRPr sz="1000">
                <a:solidFill>
                  <a:srgbClr val="808080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pPr algn="l"/>
            <a:r>
              <a:rPr lang="es-ES" sz="703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Project </a:t>
            </a:r>
            <a:r>
              <a:rPr lang="es-ES" sz="703" b="0" i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Name</a:t>
            </a:r>
            <a:endParaRPr lang="es-ES" sz="703" b="0" i="0" dirty="0">
              <a:solidFill>
                <a:schemeClr val="tx1">
                  <a:lumMod val="65000"/>
                  <a:lumOff val="35000"/>
                </a:schemeClr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6F6FF1E9-B297-4847-85FC-24A2675609AF}"/>
              </a:ext>
            </a:extLst>
          </p:cNvPr>
          <p:cNvCxnSpPr/>
          <p:nvPr/>
        </p:nvCxnSpPr>
        <p:spPr>
          <a:xfrm>
            <a:off x="593824" y="6323183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CuadroTexto 56">
            <a:extLst>
              <a:ext uri="{FF2B5EF4-FFF2-40B4-BE49-F238E27FC236}">
                <a16:creationId xmlns:a16="http://schemas.microsoft.com/office/drawing/2014/main" id="{4563AA51-7283-2B47-9E9F-BA427FA21F35}"/>
              </a:ext>
            </a:extLst>
          </p:cNvPr>
          <p:cNvSpPr txBox="1">
            <a:spLocks/>
          </p:cNvSpPr>
          <p:nvPr/>
        </p:nvSpPr>
        <p:spPr>
          <a:xfrm>
            <a:off x="11329357" y="6376608"/>
            <a:ext cx="36643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ct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946EAFFB-FB0C-A74B-ADB4-A66DEAE91EB9}" type="slidenum">
              <a:rPr kumimoji="0" lang="es-ES" sz="703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NeueHaasUnicaW06-Bold" panose="020B0804030206020203" pitchFamily="34" charset="0"/>
                <a:ea typeface="Century Gothic"/>
                <a:cs typeface="Century Gothic"/>
                <a:sym typeface="Century Gothic"/>
              </a:rPr>
              <a:pPr marL="0" marR="0" indent="0" algn="ctr" defTabSz="80679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‹Nº›</a:t>
            </a:fld>
            <a:endParaRPr kumimoji="0" lang="es-ES" sz="703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NeueHaasUnicaW06-Bold" panose="020B0804030206020203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9318A484-01EB-5A4B-A113-74F157131072}"/>
              </a:ext>
            </a:extLst>
          </p:cNvPr>
          <p:cNvSpPr txBox="1"/>
          <p:nvPr/>
        </p:nvSpPr>
        <p:spPr>
          <a:xfrm>
            <a:off x="9985380" y="6376608"/>
            <a:ext cx="129778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703" u="none" strike="noStrike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January</a:t>
            </a:r>
            <a:r>
              <a:rPr kumimoji="0" lang="es-ES" sz="703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 2021</a:t>
            </a:r>
          </a:p>
        </p:txBody>
      </p:sp>
      <p:sp>
        <p:nvSpPr>
          <p:cNvPr id="59" name="ILV SILVER   I   Deal Advisory">
            <a:extLst>
              <a:ext uri="{FF2B5EF4-FFF2-40B4-BE49-F238E27FC236}">
                <a16:creationId xmlns:a16="http://schemas.microsoft.com/office/drawing/2014/main" id="{A9B76EC8-7326-A74F-96F2-0FDBF7F5BBDC}"/>
              </a:ext>
            </a:extLst>
          </p:cNvPr>
          <p:cNvSpPr txBox="1"/>
          <p:nvPr/>
        </p:nvSpPr>
        <p:spPr>
          <a:xfrm>
            <a:off x="560339" y="6379290"/>
            <a:ext cx="726284" cy="178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341" tIns="40341" rIns="40341" bIns="40341" anchor="t">
            <a:spAutoFit/>
          </a:bodyPr>
          <a:lstStyle>
            <a:lvl1pPr defTabSz="3059876">
              <a:lnSpc>
                <a:spcPct val="90000"/>
              </a:lnSpc>
              <a:spcBef>
                <a:spcPts val="3000"/>
              </a:spcBef>
              <a:defRPr sz="1200">
                <a:solidFill>
                  <a:srgbClr val="5E5E5E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r>
              <a:rPr lang="es-ES" sz="703" b="0" i="0" dirty="0">
                <a:solidFill>
                  <a:schemeClr val="bg2"/>
                </a:solidFill>
                <a:latin typeface="NeueHaasUnicaW06-Light" panose="020B0404030206020203" pitchFamily="34" charset="0"/>
              </a:rPr>
              <a:t>ILV SILVER </a:t>
            </a:r>
            <a:endParaRPr sz="703" b="0" i="0" dirty="0">
              <a:solidFill>
                <a:schemeClr val="bg2"/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DDF70938-2F6C-1248-8A9C-2607AC351DDD}"/>
              </a:ext>
            </a:extLst>
          </p:cNvPr>
          <p:cNvCxnSpPr>
            <a:cxnSpLocks/>
          </p:cNvCxnSpPr>
          <p:nvPr/>
        </p:nvCxnSpPr>
        <p:spPr>
          <a:xfrm>
            <a:off x="133669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1" name="Rectángulo 60">
            <a:extLst>
              <a:ext uri="{FF2B5EF4-FFF2-40B4-BE49-F238E27FC236}">
                <a16:creationId xmlns:a16="http://schemas.microsoft.com/office/drawing/2014/main" id="{A39A29FC-CFEC-474F-95DA-3A5A1399B4C2}"/>
              </a:ext>
            </a:extLst>
          </p:cNvPr>
          <p:cNvSpPr/>
          <p:nvPr/>
        </p:nvSpPr>
        <p:spPr>
          <a:xfrm>
            <a:off x="5738000" y="6382199"/>
            <a:ext cx="1447832" cy="2005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703" b="0" i="0" dirty="0">
                <a:solidFill>
                  <a:srgbClr val="CFB923"/>
                </a:solidFill>
                <a:latin typeface="Interstate Light" pitchFamily="2" charset="77"/>
              </a:rPr>
              <a:t>DRAFT SUBJECT TO CHANGES</a:t>
            </a:r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9AFA34F8-921E-444F-8594-99D5DFDFC029}"/>
              </a:ext>
            </a:extLst>
          </p:cNvPr>
          <p:cNvCxnSpPr>
            <a:cxnSpLocks/>
          </p:cNvCxnSpPr>
          <p:nvPr/>
        </p:nvCxnSpPr>
        <p:spPr>
          <a:xfrm>
            <a:off x="1133097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ectángulo 62">
            <a:extLst>
              <a:ext uri="{FF2B5EF4-FFF2-40B4-BE49-F238E27FC236}">
                <a16:creationId xmlns:a16="http://schemas.microsoft.com/office/drawing/2014/main" id="{D98FC676-3444-2543-8CAC-A3AF45C9B434}"/>
              </a:ext>
            </a:extLst>
          </p:cNvPr>
          <p:cNvSpPr/>
          <p:nvPr/>
        </p:nvSpPr>
        <p:spPr>
          <a:xfrm>
            <a:off x="501766" y="318733"/>
            <a:ext cx="1959695" cy="222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" sz="844" dirty="0" err="1">
                <a:latin typeface="NeueHaasUnicaW06-Bold" panose="020B0804030206020203" pitchFamily="34" charset="0"/>
              </a:rPr>
              <a:t>Appendix</a:t>
            </a:r>
            <a:r>
              <a:rPr lang="es-ES" sz="844" dirty="0">
                <a:latin typeface="NeueHaasUnicaW06-Bold" panose="020B0804030206020203" pitchFamily="34" charset="0"/>
              </a:rPr>
              <a:t>: </a:t>
            </a:r>
            <a:r>
              <a:rPr lang="es-ES" sz="844" dirty="0" err="1">
                <a:latin typeface="NeueHaasUnicaW06-Bold" panose="020B0804030206020203" pitchFamily="34" charset="0"/>
              </a:rPr>
              <a:t>Scope</a:t>
            </a:r>
            <a:r>
              <a:rPr lang="es-ES" sz="844" dirty="0">
                <a:latin typeface="NeueHaasUnicaW06-Bold" panose="020B0804030206020203" pitchFamily="34" charset="0"/>
              </a:rPr>
              <a:t> of </a:t>
            </a:r>
            <a:r>
              <a:rPr lang="es-ES" sz="844" dirty="0" err="1">
                <a:latin typeface="NeueHaasUnicaW06-Bold" panose="020B0804030206020203" pitchFamily="34" charset="0"/>
              </a:rPr>
              <a:t>work</a:t>
            </a:r>
            <a:endParaRPr lang="es-ES" sz="844" dirty="0">
              <a:latin typeface="NeueHaasUnicaW06-Bold" panose="020B0804030206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9618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nexo 1 : Alcance LABO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584D78E1-63AD-3249-8DAD-3DF76E55E69B}"/>
              </a:ext>
            </a:extLst>
          </p:cNvPr>
          <p:cNvSpPr/>
          <p:nvPr/>
        </p:nvSpPr>
        <p:spPr>
          <a:xfrm>
            <a:off x="-259775" y="810827"/>
            <a:ext cx="506558" cy="232922"/>
          </a:xfrm>
          <a:prstGeom prst="rect">
            <a:avLst/>
          </a:prstGeom>
          <a:solidFill>
            <a:srgbClr val="EC4C9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F0C37A0-A508-CD46-B179-18043294020F}"/>
              </a:ext>
            </a:extLst>
          </p:cNvPr>
          <p:cNvSpPr txBox="1"/>
          <p:nvPr/>
        </p:nvSpPr>
        <p:spPr>
          <a:xfrm>
            <a:off x="545841" y="811294"/>
            <a:ext cx="2974080" cy="817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defTabSz="964372">
              <a:defRPr sz="4800">
                <a:solidFill>
                  <a:schemeClr val="accent3">
                    <a:lumOff val="44000"/>
                  </a:schemeClr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lang="es-ES" sz="2250" b="0" dirty="0" err="1">
                <a:solidFill>
                  <a:schemeClr val="tx1"/>
                </a:solidFill>
                <a:latin typeface="NeueHaasUnicaW06-Bold" panose="020B0804030206020203" pitchFamily="34" charset="0"/>
              </a:rPr>
              <a:t>Scope</a:t>
            </a:r>
            <a:r>
              <a:rPr lang="es-ES" sz="2250" b="0" dirty="0">
                <a:solidFill>
                  <a:schemeClr val="tx1"/>
                </a:solidFill>
                <a:latin typeface="NeueHaasUnicaW06-Bold" panose="020B0804030206020203" pitchFamily="34" charset="0"/>
              </a:rPr>
              <a:t> of </a:t>
            </a:r>
            <a:r>
              <a:rPr lang="es-ES" sz="2250" b="0" dirty="0" err="1">
                <a:solidFill>
                  <a:schemeClr val="tx1"/>
                </a:solidFill>
                <a:latin typeface="NeueHaasUnicaW06-Bold" panose="020B0804030206020203" pitchFamily="34" charset="0"/>
              </a:rPr>
              <a:t>work</a:t>
            </a:r>
            <a:endParaRPr lang="es-ES" sz="2250" b="0" dirty="0">
              <a:solidFill>
                <a:schemeClr val="tx1"/>
              </a:solidFill>
              <a:latin typeface="NeueHaasUnicaW06-Bold" panose="020B0804030206020203" pitchFamily="34" charset="0"/>
            </a:endParaRPr>
          </a:p>
          <a:p>
            <a:pPr defTabSz="964372">
              <a:defRPr sz="4800">
                <a:solidFill>
                  <a:schemeClr val="accent3">
                    <a:lumOff val="44000"/>
                  </a:schemeClr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lang="es-ES" sz="2531" dirty="0">
                <a:solidFill>
                  <a:srgbClr val="EC4C98"/>
                </a:solidFill>
              </a:rPr>
              <a:t>LABOUR</a:t>
            </a:r>
          </a:p>
        </p:txBody>
      </p:sp>
      <p:sp>
        <p:nvSpPr>
          <p:cNvPr id="38" name="Marcador de texto 5">
            <a:extLst>
              <a:ext uri="{FF2B5EF4-FFF2-40B4-BE49-F238E27FC236}">
                <a16:creationId xmlns:a16="http://schemas.microsoft.com/office/drawing/2014/main" id="{C4CBD1EA-2D6D-384E-9447-D37654B296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030" y="1547992"/>
            <a:ext cx="1413867" cy="246679"/>
          </a:xfrm>
          <a:prstGeom prst="rect">
            <a:avLst/>
          </a:prstGeom>
        </p:spPr>
        <p:txBody>
          <a:bodyPr anchor="ctr"/>
          <a:lstStyle>
            <a:lvl1pPr>
              <a:buNone/>
              <a:defRPr sz="984" b="0" i="0">
                <a:latin typeface="NeueHaasUnicaW06-Light" panose="020B0404030206020203" pitchFamily="34" charset="0"/>
              </a:defRPr>
            </a:lvl1pPr>
            <a:lvl2pPr>
              <a:defRPr sz="984" b="0" i="0">
                <a:latin typeface="Neue Haas Unica W1G Light" panose="020B0404030206020203" pitchFamily="34" charset="0"/>
              </a:defRPr>
            </a:lvl2pPr>
            <a:lvl3pPr>
              <a:defRPr sz="984" b="0" i="0">
                <a:latin typeface="Neue Haas Unica W1G Light" panose="020B0404030206020203" pitchFamily="34" charset="0"/>
              </a:defRPr>
            </a:lvl3pPr>
            <a:lvl4pPr>
              <a:defRPr sz="984" b="0" i="0">
                <a:latin typeface="Neue Haas Unica W1G Light" panose="020B0404030206020203" pitchFamily="34" charset="0"/>
              </a:defRPr>
            </a:lvl4pPr>
            <a:lvl5pPr>
              <a:defRPr sz="984" b="0" i="0">
                <a:latin typeface="Neue Haas Unica W1G Light" panose="020B0404030206020203" pitchFamily="34" charset="0"/>
              </a:defRPr>
            </a:lvl5pPr>
          </a:lstStyle>
          <a:p>
            <a:pPr lvl="0"/>
            <a:r>
              <a:rPr lang="es-ES" dirty="0"/>
              <a:t>(1 of 2)</a:t>
            </a:r>
          </a:p>
        </p:txBody>
      </p:sp>
      <p:pic>
        <p:nvPicPr>
          <p:cNvPr id="39" name="Imagen" descr="Imagen">
            <a:extLst>
              <a:ext uri="{FF2B5EF4-FFF2-40B4-BE49-F238E27FC236}">
                <a16:creationId xmlns:a16="http://schemas.microsoft.com/office/drawing/2014/main" id="{C529528F-E12E-6B46-8DA7-C281C33CDF5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44A1D7F2-DA9F-B548-9725-B8ED6FC6622A}"/>
              </a:ext>
            </a:extLst>
          </p:cNvPr>
          <p:cNvCxnSpPr/>
          <p:nvPr/>
        </p:nvCxnSpPr>
        <p:spPr>
          <a:xfrm>
            <a:off x="593824" y="527816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 62">
            <a:extLst>
              <a:ext uri="{FF2B5EF4-FFF2-40B4-BE49-F238E27FC236}">
                <a16:creationId xmlns:a16="http://schemas.microsoft.com/office/drawing/2014/main" id="{0BF20E89-D1A0-E94F-A95B-086A91FC0CF2}"/>
              </a:ext>
            </a:extLst>
          </p:cNvPr>
          <p:cNvSpPr txBox="1"/>
          <p:nvPr/>
        </p:nvSpPr>
        <p:spPr>
          <a:xfrm>
            <a:off x="1426890" y="6373986"/>
            <a:ext cx="619958" cy="189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0281" tIns="40281" rIns="40281" bIns="40281" anchor="t">
            <a:spAutoFit/>
          </a:bodyPr>
          <a:lstStyle>
            <a:lvl1pPr algn="r" defTabSz="1424392">
              <a:defRPr sz="1000">
                <a:solidFill>
                  <a:srgbClr val="808080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pPr algn="l"/>
            <a:r>
              <a:rPr lang="es-ES" sz="703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Project </a:t>
            </a:r>
            <a:r>
              <a:rPr lang="es-ES" sz="703" b="0" i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Name</a:t>
            </a:r>
            <a:endParaRPr lang="es-ES" sz="703" b="0" i="0" dirty="0">
              <a:solidFill>
                <a:schemeClr val="tx1">
                  <a:lumMod val="65000"/>
                  <a:lumOff val="35000"/>
                </a:schemeClr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29DB5E21-17A1-6242-ACCE-CDEE0400FE2E}"/>
              </a:ext>
            </a:extLst>
          </p:cNvPr>
          <p:cNvCxnSpPr/>
          <p:nvPr/>
        </p:nvCxnSpPr>
        <p:spPr>
          <a:xfrm>
            <a:off x="593824" y="6323183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82080E2-E33A-EC4A-ADE3-691405B950BC}"/>
              </a:ext>
            </a:extLst>
          </p:cNvPr>
          <p:cNvSpPr txBox="1">
            <a:spLocks/>
          </p:cNvSpPr>
          <p:nvPr/>
        </p:nvSpPr>
        <p:spPr>
          <a:xfrm>
            <a:off x="11329357" y="6376608"/>
            <a:ext cx="36643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ct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946EAFFB-FB0C-A74B-ADB4-A66DEAE91EB9}" type="slidenum">
              <a:rPr kumimoji="0" lang="es-ES" sz="703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NeueHaasUnicaW06-Bold" panose="020B0804030206020203" pitchFamily="34" charset="0"/>
                <a:ea typeface="Century Gothic"/>
                <a:cs typeface="Century Gothic"/>
                <a:sym typeface="Century Gothic"/>
              </a:rPr>
              <a:pPr marL="0" marR="0" indent="0" algn="ctr" defTabSz="80679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‹Nº›</a:t>
            </a:fld>
            <a:endParaRPr kumimoji="0" lang="es-ES" sz="703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NeueHaasUnicaW06-Bold" panose="020B0804030206020203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9DFEFD7A-DCA9-DA4C-91DE-41259740EF80}"/>
              </a:ext>
            </a:extLst>
          </p:cNvPr>
          <p:cNvSpPr txBox="1"/>
          <p:nvPr/>
        </p:nvSpPr>
        <p:spPr>
          <a:xfrm>
            <a:off x="9985380" y="6376608"/>
            <a:ext cx="129778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703" u="none" strike="noStrike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January</a:t>
            </a:r>
            <a:r>
              <a:rPr kumimoji="0" lang="es-ES" sz="703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 2021</a:t>
            </a:r>
          </a:p>
        </p:txBody>
      </p:sp>
      <p:sp>
        <p:nvSpPr>
          <p:cNvPr id="46" name="ILV SILVER   I   Deal Advisory">
            <a:extLst>
              <a:ext uri="{FF2B5EF4-FFF2-40B4-BE49-F238E27FC236}">
                <a16:creationId xmlns:a16="http://schemas.microsoft.com/office/drawing/2014/main" id="{C6858CC8-301F-DB4C-BC6B-18904C47288D}"/>
              </a:ext>
            </a:extLst>
          </p:cNvPr>
          <p:cNvSpPr txBox="1"/>
          <p:nvPr/>
        </p:nvSpPr>
        <p:spPr>
          <a:xfrm>
            <a:off x="560339" y="6379290"/>
            <a:ext cx="726284" cy="178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341" tIns="40341" rIns="40341" bIns="40341" anchor="t">
            <a:spAutoFit/>
          </a:bodyPr>
          <a:lstStyle>
            <a:lvl1pPr defTabSz="3059876">
              <a:lnSpc>
                <a:spcPct val="90000"/>
              </a:lnSpc>
              <a:spcBef>
                <a:spcPts val="3000"/>
              </a:spcBef>
              <a:defRPr sz="1200">
                <a:solidFill>
                  <a:srgbClr val="5E5E5E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r>
              <a:rPr lang="es-ES" sz="703" b="0" i="0" dirty="0">
                <a:solidFill>
                  <a:schemeClr val="bg2"/>
                </a:solidFill>
                <a:latin typeface="NeueHaasUnicaW06-Light" panose="020B0404030206020203" pitchFamily="34" charset="0"/>
              </a:rPr>
              <a:t>ILV SILVER </a:t>
            </a:r>
            <a:endParaRPr sz="703" b="0" i="0" dirty="0">
              <a:solidFill>
                <a:schemeClr val="bg2"/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55DDE12A-9787-804E-BB1B-DE959B552CF4}"/>
              </a:ext>
            </a:extLst>
          </p:cNvPr>
          <p:cNvCxnSpPr>
            <a:cxnSpLocks/>
          </p:cNvCxnSpPr>
          <p:nvPr/>
        </p:nvCxnSpPr>
        <p:spPr>
          <a:xfrm>
            <a:off x="133669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36613699-AB8C-4E40-8AEE-1FB4CFA5D607}"/>
              </a:ext>
            </a:extLst>
          </p:cNvPr>
          <p:cNvSpPr/>
          <p:nvPr/>
        </p:nvSpPr>
        <p:spPr>
          <a:xfrm>
            <a:off x="5738000" y="6382199"/>
            <a:ext cx="1447832" cy="2005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703" b="0" i="0" dirty="0">
                <a:solidFill>
                  <a:srgbClr val="CFB923"/>
                </a:solidFill>
                <a:latin typeface="Interstate Light" pitchFamily="2" charset="77"/>
              </a:rPr>
              <a:t>DRAFT SUBJECT TO CHANGES</a:t>
            </a:r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A24B3951-5B31-CD42-BAA3-5A61F3D7CEE0}"/>
              </a:ext>
            </a:extLst>
          </p:cNvPr>
          <p:cNvCxnSpPr>
            <a:cxnSpLocks/>
          </p:cNvCxnSpPr>
          <p:nvPr/>
        </p:nvCxnSpPr>
        <p:spPr>
          <a:xfrm>
            <a:off x="1133097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0" name="Rectángulo 49">
            <a:extLst>
              <a:ext uri="{FF2B5EF4-FFF2-40B4-BE49-F238E27FC236}">
                <a16:creationId xmlns:a16="http://schemas.microsoft.com/office/drawing/2014/main" id="{285CF38D-2359-5740-BE42-9863B607BD56}"/>
              </a:ext>
            </a:extLst>
          </p:cNvPr>
          <p:cNvSpPr/>
          <p:nvPr/>
        </p:nvSpPr>
        <p:spPr>
          <a:xfrm>
            <a:off x="501766" y="318733"/>
            <a:ext cx="1959695" cy="222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" sz="844" dirty="0" err="1">
                <a:latin typeface="NeueHaasUnicaW06-Bold" panose="020B0804030206020203" pitchFamily="34" charset="0"/>
              </a:rPr>
              <a:t>Appendix</a:t>
            </a:r>
            <a:r>
              <a:rPr lang="es-ES" sz="844" dirty="0">
                <a:latin typeface="NeueHaasUnicaW06-Bold" panose="020B0804030206020203" pitchFamily="34" charset="0"/>
              </a:rPr>
              <a:t>: </a:t>
            </a:r>
            <a:r>
              <a:rPr lang="es-ES" sz="844" dirty="0" err="1">
                <a:latin typeface="NeueHaasUnicaW06-Bold" panose="020B0804030206020203" pitchFamily="34" charset="0"/>
              </a:rPr>
              <a:t>Scope</a:t>
            </a:r>
            <a:r>
              <a:rPr lang="es-ES" sz="844" dirty="0">
                <a:latin typeface="NeueHaasUnicaW06-Bold" panose="020B0804030206020203" pitchFamily="34" charset="0"/>
              </a:rPr>
              <a:t> of </a:t>
            </a:r>
            <a:r>
              <a:rPr lang="es-ES" sz="844" dirty="0" err="1">
                <a:latin typeface="NeueHaasUnicaW06-Bold" panose="020B0804030206020203" pitchFamily="34" charset="0"/>
              </a:rPr>
              <a:t>work</a:t>
            </a:r>
            <a:endParaRPr lang="es-ES" sz="844" dirty="0">
              <a:latin typeface="NeueHaasUnicaW06-Bold" panose="020B0804030206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34052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nexo 1 : Alcance 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584D78E1-63AD-3249-8DAD-3DF76E55E69B}"/>
              </a:ext>
            </a:extLst>
          </p:cNvPr>
          <p:cNvSpPr/>
          <p:nvPr/>
        </p:nvSpPr>
        <p:spPr>
          <a:xfrm>
            <a:off x="-259775" y="810827"/>
            <a:ext cx="506558" cy="232922"/>
          </a:xfrm>
          <a:prstGeom prst="rect">
            <a:avLst/>
          </a:prstGeom>
          <a:solidFill>
            <a:srgbClr val="E08D2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C764E17-A330-6F4E-8868-B04F65FEE2A8}"/>
              </a:ext>
            </a:extLst>
          </p:cNvPr>
          <p:cNvSpPr txBox="1"/>
          <p:nvPr/>
        </p:nvSpPr>
        <p:spPr>
          <a:xfrm>
            <a:off x="545841" y="811294"/>
            <a:ext cx="2974080" cy="817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defTabSz="964372">
              <a:defRPr sz="4800">
                <a:solidFill>
                  <a:schemeClr val="accent3">
                    <a:lumOff val="44000"/>
                  </a:schemeClr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lang="es-ES" sz="2250" b="0" dirty="0" err="1">
                <a:solidFill>
                  <a:schemeClr val="tx1"/>
                </a:solidFill>
                <a:latin typeface="NeueHaasUnicaW06-Bold" panose="020B0804030206020203" pitchFamily="34" charset="0"/>
              </a:rPr>
              <a:t>Scope</a:t>
            </a:r>
            <a:r>
              <a:rPr lang="es-ES" sz="2250" b="0" dirty="0">
                <a:solidFill>
                  <a:schemeClr val="tx1"/>
                </a:solidFill>
                <a:latin typeface="NeueHaasUnicaW06-Bold" panose="020B0804030206020203" pitchFamily="34" charset="0"/>
              </a:rPr>
              <a:t> of </a:t>
            </a:r>
            <a:r>
              <a:rPr lang="es-ES" sz="2250" b="0" dirty="0" err="1">
                <a:solidFill>
                  <a:schemeClr val="tx1"/>
                </a:solidFill>
                <a:latin typeface="NeueHaasUnicaW06-Bold" panose="020B0804030206020203" pitchFamily="34" charset="0"/>
              </a:rPr>
              <a:t>work</a:t>
            </a:r>
            <a:endParaRPr lang="es-ES" sz="2250" b="0" dirty="0">
              <a:solidFill>
                <a:schemeClr val="tx1"/>
              </a:solidFill>
              <a:latin typeface="NeueHaasUnicaW06-Bold" panose="020B0804030206020203" pitchFamily="34" charset="0"/>
            </a:endParaRPr>
          </a:p>
          <a:p>
            <a:pPr defTabSz="964372">
              <a:defRPr sz="4800">
                <a:solidFill>
                  <a:schemeClr val="accent3">
                    <a:lumOff val="44000"/>
                  </a:schemeClr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lang="es-ES" sz="2531" dirty="0">
                <a:solidFill>
                  <a:srgbClr val="E08D2B"/>
                </a:solidFill>
              </a:rPr>
              <a:t>IT</a:t>
            </a:r>
          </a:p>
        </p:txBody>
      </p:sp>
      <p:sp>
        <p:nvSpPr>
          <p:cNvPr id="38" name="Marcador de texto 5">
            <a:extLst>
              <a:ext uri="{FF2B5EF4-FFF2-40B4-BE49-F238E27FC236}">
                <a16:creationId xmlns:a16="http://schemas.microsoft.com/office/drawing/2014/main" id="{9953B034-E726-D445-B6AD-B24DEBB2CC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030" y="1547992"/>
            <a:ext cx="1413867" cy="246679"/>
          </a:xfrm>
          <a:prstGeom prst="rect">
            <a:avLst/>
          </a:prstGeom>
        </p:spPr>
        <p:txBody>
          <a:bodyPr anchor="ctr"/>
          <a:lstStyle>
            <a:lvl1pPr>
              <a:buNone/>
              <a:defRPr sz="984" b="0" i="0">
                <a:latin typeface="NeueHaasUnicaW06-Light" panose="020B0404030206020203" pitchFamily="34" charset="0"/>
              </a:defRPr>
            </a:lvl1pPr>
            <a:lvl2pPr>
              <a:defRPr sz="984" b="0" i="0">
                <a:latin typeface="Neue Haas Unica W1G Light" panose="020B0404030206020203" pitchFamily="34" charset="0"/>
              </a:defRPr>
            </a:lvl2pPr>
            <a:lvl3pPr>
              <a:defRPr sz="984" b="0" i="0">
                <a:latin typeface="Neue Haas Unica W1G Light" panose="020B0404030206020203" pitchFamily="34" charset="0"/>
              </a:defRPr>
            </a:lvl3pPr>
            <a:lvl4pPr>
              <a:defRPr sz="984" b="0" i="0">
                <a:latin typeface="Neue Haas Unica W1G Light" panose="020B0404030206020203" pitchFamily="34" charset="0"/>
              </a:defRPr>
            </a:lvl4pPr>
            <a:lvl5pPr>
              <a:defRPr sz="984" b="0" i="0">
                <a:latin typeface="Neue Haas Unica W1G Light" panose="020B0404030206020203" pitchFamily="34" charset="0"/>
              </a:defRPr>
            </a:lvl5pPr>
          </a:lstStyle>
          <a:p>
            <a:pPr lvl="0"/>
            <a:r>
              <a:rPr lang="es-ES" dirty="0"/>
              <a:t>(1 of 2)</a:t>
            </a:r>
          </a:p>
        </p:txBody>
      </p:sp>
      <p:pic>
        <p:nvPicPr>
          <p:cNvPr id="39" name="Imagen" descr="Imagen">
            <a:extLst>
              <a:ext uri="{FF2B5EF4-FFF2-40B4-BE49-F238E27FC236}">
                <a16:creationId xmlns:a16="http://schemas.microsoft.com/office/drawing/2014/main" id="{D8AA6FD9-AD54-DB43-A6B4-53AB9D23B18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A04B68E-35ED-E545-B8D7-1D04B59C779B}"/>
              </a:ext>
            </a:extLst>
          </p:cNvPr>
          <p:cNvCxnSpPr/>
          <p:nvPr/>
        </p:nvCxnSpPr>
        <p:spPr>
          <a:xfrm>
            <a:off x="593824" y="527816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 62">
            <a:extLst>
              <a:ext uri="{FF2B5EF4-FFF2-40B4-BE49-F238E27FC236}">
                <a16:creationId xmlns:a16="http://schemas.microsoft.com/office/drawing/2014/main" id="{84842074-B7FA-0E49-BB3B-954F993579F6}"/>
              </a:ext>
            </a:extLst>
          </p:cNvPr>
          <p:cNvSpPr txBox="1"/>
          <p:nvPr/>
        </p:nvSpPr>
        <p:spPr>
          <a:xfrm>
            <a:off x="1426890" y="6373986"/>
            <a:ext cx="619958" cy="189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0281" tIns="40281" rIns="40281" bIns="40281" anchor="t">
            <a:spAutoFit/>
          </a:bodyPr>
          <a:lstStyle>
            <a:lvl1pPr algn="r" defTabSz="1424392">
              <a:defRPr sz="1000">
                <a:solidFill>
                  <a:srgbClr val="808080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pPr algn="l"/>
            <a:r>
              <a:rPr lang="es-ES" sz="703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Project </a:t>
            </a:r>
            <a:r>
              <a:rPr lang="es-ES" sz="703" b="0" i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Name</a:t>
            </a:r>
            <a:endParaRPr lang="es-ES" sz="703" b="0" i="0" dirty="0">
              <a:solidFill>
                <a:schemeClr val="tx1">
                  <a:lumMod val="65000"/>
                  <a:lumOff val="35000"/>
                </a:schemeClr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081829E9-250D-B745-BBC7-2B07656C0E78}"/>
              </a:ext>
            </a:extLst>
          </p:cNvPr>
          <p:cNvCxnSpPr/>
          <p:nvPr/>
        </p:nvCxnSpPr>
        <p:spPr>
          <a:xfrm>
            <a:off x="593824" y="6323183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A94D82C-6C94-AC4E-BD69-7D0D5389A50D}"/>
              </a:ext>
            </a:extLst>
          </p:cNvPr>
          <p:cNvSpPr txBox="1">
            <a:spLocks/>
          </p:cNvSpPr>
          <p:nvPr/>
        </p:nvSpPr>
        <p:spPr>
          <a:xfrm>
            <a:off x="11329357" y="6376608"/>
            <a:ext cx="36643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ct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946EAFFB-FB0C-A74B-ADB4-A66DEAE91EB9}" type="slidenum">
              <a:rPr kumimoji="0" lang="es-ES" sz="703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NeueHaasUnicaW06-Bold" panose="020B0804030206020203" pitchFamily="34" charset="0"/>
                <a:ea typeface="Century Gothic"/>
                <a:cs typeface="Century Gothic"/>
                <a:sym typeface="Century Gothic"/>
              </a:rPr>
              <a:pPr marL="0" marR="0" indent="0" algn="ctr" defTabSz="80679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‹Nº›</a:t>
            </a:fld>
            <a:endParaRPr kumimoji="0" lang="es-ES" sz="703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NeueHaasUnicaW06-Bold" panose="020B0804030206020203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9768F2F4-3F24-754C-9B2D-E5C03521264F}"/>
              </a:ext>
            </a:extLst>
          </p:cNvPr>
          <p:cNvSpPr txBox="1"/>
          <p:nvPr/>
        </p:nvSpPr>
        <p:spPr>
          <a:xfrm>
            <a:off x="9985380" y="6376608"/>
            <a:ext cx="129778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703" u="none" strike="noStrike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January</a:t>
            </a:r>
            <a:r>
              <a:rPr kumimoji="0" lang="es-ES" sz="703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 2021</a:t>
            </a:r>
          </a:p>
        </p:txBody>
      </p:sp>
      <p:sp>
        <p:nvSpPr>
          <p:cNvPr id="46" name="ILV SILVER   I   Deal Advisory">
            <a:extLst>
              <a:ext uri="{FF2B5EF4-FFF2-40B4-BE49-F238E27FC236}">
                <a16:creationId xmlns:a16="http://schemas.microsoft.com/office/drawing/2014/main" id="{C32907E5-398E-3A42-9C4B-06F043042C01}"/>
              </a:ext>
            </a:extLst>
          </p:cNvPr>
          <p:cNvSpPr txBox="1"/>
          <p:nvPr/>
        </p:nvSpPr>
        <p:spPr>
          <a:xfrm>
            <a:off x="560339" y="6379290"/>
            <a:ext cx="726284" cy="178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341" tIns="40341" rIns="40341" bIns="40341" anchor="t">
            <a:spAutoFit/>
          </a:bodyPr>
          <a:lstStyle>
            <a:lvl1pPr defTabSz="3059876">
              <a:lnSpc>
                <a:spcPct val="90000"/>
              </a:lnSpc>
              <a:spcBef>
                <a:spcPts val="3000"/>
              </a:spcBef>
              <a:defRPr sz="1200">
                <a:solidFill>
                  <a:srgbClr val="5E5E5E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r>
              <a:rPr lang="es-ES" sz="703" b="0" i="0" dirty="0">
                <a:solidFill>
                  <a:schemeClr val="bg2"/>
                </a:solidFill>
                <a:latin typeface="NeueHaasUnicaW06-Light" panose="020B0404030206020203" pitchFamily="34" charset="0"/>
              </a:rPr>
              <a:t>ILV SILVER </a:t>
            </a:r>
            <a:endParaRPr sz="703" b="0" i="0" dirty="0">
              <a:solidFill>
                <a:schemeClr val="bg2"/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239D8A1F-D4DE-FF4E-A46E-4A3A2E186D66}"/>
              </a:ext>
            </a:extLst>
          </p:cNvPr>
          <p:cNvCxnSpPr>
            <a:cxnSpLocks/>
          </p:cNvCxnSpPr>
          <p:nvPr/>
        </p:nvCxnSpPr>
        <p:spPr>
          <a:xfrm>
            <a:off x="133669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E78DB79B-4D40-054B-8DF2-B5F644E9D2CF}"/>
              </a:ext>
            </a:extLst>
          </p:cNvPr>
          <p:cNvSpPr/>
          <p:nvPr/>
        </p:nvSpPr>
        <p:spPr>
          <a:xfrm>
            <a:off x="5738000" y="6382199"/>
            <a:ext cx="1447832" cy="2005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703" b="0" i="0" dirty="0">
                <a:solidFill>
                  <a:srgbClr val="CFB923"/>
                </a:solidFill>
                <a:latin typeface="Interstate Light" pitchFamily="2" charset="77"/>
              </a:rPr>
              <a:t>DRAFT SUBJECT TO CHANGES</a:t>
            </a:r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AA1CD3F1-A127-6048-8CDD-960C780B2EAE}"/>
              </a:ext>
            </a:extLst>
          </p:cNvPr>
          <p:cNvCxnSpPr>
            <a:cxnSpLocks/>
          </p:cNvCxnSpPr>
          <p:nvPr/>
        </p:nvCxnSpPr>
        <p:spPr>
          <a:xfrm>
            <a:off x="1133097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0" name="Rectángulo 49">
            <a:extLst>
              <a:ext uri="{FF2B5EF4-FFF2-40B4-BE49-F238E27FC236}">
                <a16:creationId xmlns:a16="http://schemas.microsoft.com/office/drawing/2014/main" id="{9F83B165-3BEA-9E40-AA3C-7A8198884EFF}"/>
              </a:ext>
            </a:extLst>
          </p:cNvPr>
          <p:cNvSpPr/>
          <p:nvPr/>
        </p:nvSpPr>
        <p:spPr>
          <a:xfrm>
            <a:off x="501766" y="318733"/>
            <a:ext cx="1959695" cy="222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" sz="844" dirty="0" err="1">
                <a:latin typeface="NeueHaasUnicaW06-Bold" panose="020B0804030206020203" pitchFamily="34" charset="0"/>
              </a:rPr>
              <a:t>Appendix</a:t>
            </a:r>
            <a:r>
              <a:rPr lang="es-ES" sz="844" dirty="0">
                <a:latin typeface="NeueHaasUnicaW06-Bold" panose="020B0804030206020203" pitchFamily="34" charset="0"/>
              </a:rPr>
              <a:t>: </a:t>
            </a:r>
            <a:r>
              <a:rPr lang="es-ES" sz="844" dirty="0" err="1">
                <a:latin typeface="NeueHaasUnicaW06-Bold" panose="020B0804030206020203" pitchFamily="34" charset="0"/>
              </a:rPr>
              <a:t>Scope</a:t>
            </a:r>
            <a:r>
              <a:rPr lang="es-ES" sz="844" dirty="0">
                <a:latin typeface="NeueHaasUnicaW06-Bold" panose="020B0804030206020203" pitchFamily="34" charset="0"/>
              </a:rPr>
              <a:t> of </a:t>
            </a:r>
            <a:r>
              <a:rPr lang="es-ES" sz="844" dirty="0" err="1">
                <a:latin typeface="NeueHaasUnicaW06-Bold" panose="020B0804030206020203" pitchFamily="34" charset="0"/>
              </a:rPr>
              <a:t>work</a:t>
            </a:r>
            <a:endParaRPr lang="es-ES" sz="844" dirty="0">
              <a:latin typeface="NeueHaasUnicaW06-Bold" panose="020B0804030206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2451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nexo 2: Condiciones Genera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584D78E1-63AD-3249-8DAD-3DF76E55E69B}"/>
              </a:ext>
            </a:extLst>
          </p:cNvPr>
          <p:cNvSpPr/>
          <p:nvPr/>
        </p:nvSpPr>
        <p:spPr>
          <a:xfrm>
            <a:off x="-259775" y="810827"/>
            <a:ext cx="506558" cy="232922"/>
          </a:xfrm>
          <a:prstGeom prst="rect">
            <a:avLst/>
          </a:pr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l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984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0" name="Imagen" descr="Imagen">
            <a:extLst>
              <a:ext uri="{FF2B5EF4-FFF2-40B4-BE49-F238E27FC236}">
                <a16:creationId xmlns:a16="http://schemas.microsoft.com/office/drawing/2014/main" id="{31A7365D-9228-3A42-8AB7-15ED361F24A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7321" y="256152"/>
            <a:ext cx="204396" cy="198313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137AAE40-A1AC-8644-93B9-5884BDC29089}"/>
              </a:ext>
            </a:extLst>
          </p:cNvPr>
          <p:cNvCxnSpPr/>
          <p:nvPr/>
        </p:nvCxnSpPr>
        <p:spPr>
          <a:xfrm>
            <a:off x="593824" y="527816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62">
            <a:extLst>
              <a:ext uri="{FF2B5EF4-FFF2-40B4-BE49-F238E27FC236}">
                <a16:creationId xmlns:a16="http://schemas.microsoft.com/office/drawing/2014/main" id="{5752D993-CD42-BA41-B727-58392752457D}"/>
              </a:ext>
            </a:extLst>
          </p:cNvPr>
          <p:cNvSpPr txBox="1"/>
          <p:nvPr/>
        </p:nvSpPr>
        <p:spPr>
          <a:xfrm>
            <a:off x="1426890" y="6373986"/>
            <a:ext cx="619958" cy="189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0281" tIns="40281" rIns="40281" bIns="40281" anchor="t">
            <a:spAutoFit/>
          </a:bodyPr>
          <a:lstStyle>
            <a:lvl1pPr algn="r" defTabSz="1424392">
              <a:defRPr sz="1000">
                <a:solidFill>
                  <a:srgbClr val="808080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pPr algn="l"/>
            <a:r>
              <a:rPr lang="es-ES" sz="703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Project </a:t>
            </a:r>
            <a:r>
              <a:rPr lang="es-ES" sz="703" b="0" i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eueHaasUnicaW06-Light" panose="020B0404030206020203" pitchFamily="34" charset="0"/>
              </a:rPr>
              <a:t>Name</a:t>
            </a:r>
            <a:endParaRPr lang="es-ES" sz="703" b="0" i="0" dirty="0">
              <a:solidFill>
                <a:schemeClr val="tx1">
                  <a:lumMod val="65000"/>
                  <a:lumOff val="35000"/>
                </a:schemeClr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0B781EE8-DAA5-1A42-A4E7-B64EA3312243}"/>
              </a:ext>
            </a:extLst>
          </p:cNvPr>
          <p:cNvCxnSpPr/>
          <p:nvPr/>
        </p:nvCxnSpPr>
        <p:spPr>
          <a:xfrm>
            <a:off x="593824" y="6323183"/>
            <a:ext cx="11005945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78EBE0D-B409-4742-82F9-A37991B9DAF1}"/>
              </a:ext>
            </a:extLst>
          </p:cNvPr>
          <p:cNvSpPr txBox="1">
            <a:spLocks/>
          </p:cNvSpPr>
          <p:nvPr/>
        </p:nvSpPr>
        <p:spPr>
          <a:xfrm>
            <a:off x="11329357" y="6376608"/>
            <a:ext cx="36643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ct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946EAFFB-FB0C-A74B-ADB4-A66DEAE91EB9}" type="slidenum">
              <a:rPr kumimoji="0" lang="es-ES" sz="703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NeueHaasUnicaW06-Bold" panose="020B0804030206020203" pitchFamily="34" charset="0"/>
                <a:ea typeface="Century Gothic"/>
                <a:cs typeface="Century Gothic"/>
                <a:sym typeface="Century Gothic"/>
              </a:rPr>
              <a:pPr marL="0" marR="0" indent="0" algn="ctr" defTabSz="80679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‹Nº›</a:t>
            </a:fld>
            <a:endParaRPr kumimoji="0" lang="es-ES" sz="703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NeueHaasUnicaW06-Bold" panose="020B0804030206020203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C6A64033-D391-EE4B-85F1-0C3B710ED565}"/>
              </a:ext>
            </a:extLst>
          </p:cNvPr>
          <p:cNvSpPr txBox="1"/>
          <p:nvPr/>
        </p:nvSpPr>
        <p:spPr>
          <a:xfrm>
            <a:off x="9985380" y="6376608"/>
            <a:ext cx="1297781" cy="18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341" tIns="40341" rIns="40341" bIns="40341" numCol="1" spcCol="38100" rtlCol="0" anchor="t">
            <a:spAutoFit/>
          </a:bodyPr>
          <a:lstStyle/>
          <a:p>
            <a:pPr marL="0" marR="0" indent="0" algn="r" defTabSz="80679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703" u="none" strike="noStrike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January</a:t>
            </a:r>
            <a:r>
              <a:rPr kumimoji="0" lang="es-ES" sz="703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NeueHaasUnicaW06-Light" panose="020B0404030206020203" pitchFamily="34" charset="0"/>
                <a:sym typeface="Century Gothic"/>
              </a:rPr>
              <a:t> 2021</a:t>
            </a:r>
          </a:p>
        </p:txBody>
      </p:sp>
      <p:sp>
        <p:nvSpPr>
          <p:cNvPr id="57" name="ILV SILVER   I   Deal Advisory">
            <a:extLst>
              <a:ext uri="{FF2B5EF4-FFF2-40B4-BE49-F238E27FC236}">
                <a16:creationId xmlns:a16="http://schemas.microsoft.com/office/drawing/2014/main" id="{149F4165-77FD-3345-882A-F5BFD2816F58}"/>
              </a:ext>
            </a:extLst>
          </p:cNvPr>
          <p:cNvSpPr txBox="1"/>
          <p:nvPr/>
        </p:nvSpPr>
        <p:spPr>
          <a:xfrm>
            <a:off x="560339" y="6379290"/>
            <a:ext cx="726284" cy="178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341" tIns="40341" rIns="40341" bIns="40341" anchor="t">
            <a:spAutoFit/>
          </a:bodyPr>
          <a:lstStyle>
            <a:lvl1pPr defTabSz="3059876">
              <a:lnSpc>
                <a:spcPct val="90000"/>
              </a:lnSpc>
              <a:spcBef>
                <a:spcPts val="3000"/>
              </a:spcBef>
              <a:defRPr sz="1200">
                <a:solidFill>
                  <a:srgbClr val="5E5E5E"/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r>
              <a:rPr lang="es-ES" sz="703" b="0" i="0" dirty="0">
                <a:solidFill>
                  <a:schemeClr val="bg2"/>
                </a:solidFill>
                <a:latin typeface="NeueHaasUnicaW06-Light" panose="020B0404030206020203" pitchFamily="34" charset="0"/>
              </a:rPr>
              <a:t>ILV SILVER </a:t>
            </a:r>
            <a:endParaRPr sz="703" b="0" i="0" dirty="0">
              <a:solidFill>
                <a:schemeClr val="bg2"/>
              </a:solidFill>
              <a:latin typeface="NeueHaasUnicaW06-Light" panose="020B0404030206020203" pitchFamily="34" charset="0"/>
            </a:endParaRPr>
          </a:p>
        </p:txBody>
      </p: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D1949A1F-0219-9B4F-A040-60F3E9F9BD7E}"/>
              </a:ext>
            </a:extLst>
          </p:cNvPr>
          <p:cNvCxnSpPr>
            <a:cxnSpLocks/>
          </p:cNvCxnSpPr>
          <p:nvPr/>
        </p:nvCxnSpPr>
        <p:spPr>
          <a:xfrm>
            <a:off x="133669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9" name="Rectángulo 58">
            <a:extLst>
              <a:ext uri="{FF2B5EF4-FFF2-40B4-BE49-F238E27FC236}">
                <a16:creationId xmlns:a16="http://schemas.microsoft.com/office/drawing/2014/main" id="{48F8DAC4-6CD9-BB43-BA89-BF5BF4E24D8D}"/>
              </a:ext>
            </a:extLst>
          </p:cNvPr>
          <p:cNvSpPr/>
          <p:nvPr/>
        </p:nvSpPr>
        <p:spPr>
          <a:xfrm>
            <a:off x="5738000" y="6382199"/>
            <a:ext cx="1447832" cy="2005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703" b="0" i="0" dirty="0">
                <a:solidFill>
                  <a:srgbClr val="CFB923"/>
                </a:solidFill>
                <a:latin typeface="Interstate Light" pitchFamily="2" charset="77"/>
              </a:rPr>
              <a:t>DRAFT SUBJECT TO CHANGES</a:t>
            </a:r>
          </a:p>
        </p:txBody>
      </p: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D26CE46E-3D9B-BB4C-92C3-315B98BB633D}"/>
              </a:ext>
            </a:extLst>
          </p:cNvPr>
          <p:cNvCxnSpPr>
            <a:cxnSpLocks/>
          </p:cNvCxnSpPr>
          <p:nvPr/>
        </p:nvCxnSpPr>
        <p:spPr>
          <a:xfrm>
            <a:off x="11330977" y="6390357"/>
            <a:ext cx="0" cy="126563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1" name="Rectángulo 60">
            <a:extLst>
              <a:ext uri="{FF2B5EF4-FFF2-40B4-BE49-F238E27FC236}">
                <a16:creationId xmlns:a16="http://schemas.microsoft.com/office/drawing/2014/main" id="{5C567AFF-64C1-A543-BDFD-04F5EE91A283}"/>
              </a:ext>
            </a:extLst>
          </p:cNvPr>
          <p:cNvSpPr/>
          <p:nvPr/>
        </p:nvSpPr>
        <p:spPr>
          <a:xfrm>
            <a:off x="501766" y="318733"/>
            <a:ext cx="1959695" cy="222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" sz="844" dirty="0">
                <a:latin typeface="NeueHaasUnicaW06-Bold" panose="020B0804030206020203" pitchFamily="34" charset="0"/>
              </a:rPr>
              <a:t>General </a:t>
            </a:r>
            <a:r>
              <a:rPr lang="es-ES" sz="844" dirty="0" err="1">
                <a:latin typeface="NeueHaasUnicaW06-Bold" panose="020B0804030206020203" pitchFamily="34" charset="0"/>
              </a:rPr>
              <a:t>Terms</a:t>
            </a:r>
            <a:endParaRPr lang="es-ES" sz="844" dirty="0">
              <a:latin typeface="NeueHaasUnicaW06-Bold" panose="020B0804030206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83978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erre claim ILV SILV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g firm thinking, with a personal touch">
            <a:extLst>
              <a:ext uri="{FF2B5EF4-FFF2-40B4-BE49-F238E27FC236}">
                <a16:creationId xmlns:a16="http://schemas.microsoft.com/office/drawing/2014/main" id="{171A829B-2D24-2E47-8B5C-CD6D74809F43}"/>
              </a:ext>
            </a:extLst>
          </p:cNvPr>
          <p:cNvSpPr txBox="1"/>
          <p:nvPr/>
        </p:nvSpPr>
        <p:spPr>
          <a:xfrm>
            <a:off x="3189161" y="3273284"/>
            <a:ext cx="4300857" cy="311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>
            <a:lvl1pPr defTabSz="1733930">
              <a:lnSpc>
                <a:spcPct val="90000"/>
              </a:lnSpc>
              <a:spcBef>
                <a:spcPts val="3200"/>
              </a:spcBef>
              <a:defRPr sz="2800">
                <a:solidFill>
                  <a:schemeClr val="accent3">
                    <a:lumOff val="44000"/>
                  </a:schemeClr>
                </a:solidFill>
                <a:latin typeface="Neue Haas Unica W06 Light"/>
                <a:ea typeface="Neue Haas Unica W06 Light"/>
                <a:cs typeface="Neue Haas Unica W06 Light"/>
                <a:sym typeface="Neue Haas Unica W06 Light"/>
              </a:defRPr>
            </a:lvl1pPr>
          </a:lstStyle>
          <a:p>
            <a:r>
              <a:rPr sz="1969" dirty="0"/>
              <a:t>Big firm thinking, with a personal touch</a:t>
            </a:r>
          </a:p>
        </p:txBody>
      </p:sp>
      <p:pic>
        <p:nvPicPr>
          <p:cNvPr id="10" name="Imagen" descr="Imagen">
            <a:extLst>
              <a:ext uri="{FF2B5EF4-FFF2-40B4-BE49-F238E27FC236}">
                <a16:creationId xmlns:a16="http://schemas.microsoft.com/office/drawing/2014/main" id="{2A59784F-30D1-8240-8E96-E403F119B1E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1138" y="3495322"/>
            <a:ext cx="150585" cy="13421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05569361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ntraportada ILV SIL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arcelona  C/ Santaló 10, 1º…">
            <a:extLst>
              <a:ext uri="{FF2B5EF4-FFF2-40B4-BE49-F238E27FC236}">
                <a16:creationId xmlns:a16="http://schemas.microsoft.com/office/drawing/2014/main" id="{C9885983-3058-464D-851D-1E02093F0178}"/>
              </a:ext>
            </a:extLst>
          </p:cNvPr>
          <p:cNvSpPr txBox="1"/>
          <p:nvPr/>
        </p:nvSpPr>
        <p:spPr>
          <a:xfrm>
            <a:off x="3043196" y="3287605"/>
            <a:ext cx="995465" cy="5963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 defTabSz="497739">
              <a:defRPr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sz="725" dirty="0">
                <a:solidFill>
                  <a:srgbClr val="CFB500"/>
                </a:solidFill>
                <a:latin typeface="NeueHaasUnicaW06-Light" panose="020B0404030206020203" pitchFamily="34" charset="0"/>
              </a:rPr>
              <a:t>Barcelona</a:t>
            </a:r>
            <a:br>
              <a:rPr sz="725" dirty="0">
                <a:latin typeface="NeueHaasUnicaW06-Light" panose="020B0404030206020203" pitchFamily="34" charset="0"/>
              </a:rPr>
            </a:br>
            <a:br>
              <a:rPr sz="725" dirty="0">
                <a:solidFill>
                  <a:schemeClr val="accent3">
                    <a:lumOff val="44000"/>
                  </a:schemeClr>
                </a:solidFill>
                <a:latin typeface="NeueHaasUnicaW06-Light" panose="020B0404030206020203" pitchFamily="34" charset="0"/>
              </a:rPr>
            </a:br>
            <a:r>
              <a:rPr sz="725" dirty="0">
                <a:solidFill>
                  <a:schemeClr val="accent3">
                    <a:lumOff val="44000"/>
                  </a:schemeClr>
                </a:solidFill>
                <a:latin typeface="NeueHaasUnicaW06-Light" panose="020B0404030206020203" pitchFamily="34" charset="0"/>
              </a:rPr>
              <a:t>C/ </a:t>
            </a:r>
            <a:r>
              <a:rPr sz="725" dirty="0" err="1">
                <a:solidFill>
                  <a:schemeClr val="accent3">
                    <a:lumOff val="44000"/>
                  </a:schemeClr>
                </a:solidFill>
                <a:latin typeface="NeueHaasUnicaW06-Light" panose="020B0404030206020203" pitchFamily="34" charset="0"/>
              </a:rPr>
              <a:t>Santaló</a:t>
            </a:r>
            <a:r>
              <a:rPr sz="725" dirty="0">
                <a:solidFill>
                  <a:schemeClr val="accent3">
                    <a:lumOff val="44000"/>
                  </a:schemeClr>
                </a:solidFill>
                <a:latin typeface="NeueHaasUnicaW06-Light" panose="020B0404030206020203" pitchFamily="34" charset="0"/>
              </a:rPr>
              <a:t> 10, 1º</a:t>
            </a:r>
          </a:p>
          <a:p>
            <a:pPr defTabSz="497739">
              <a:defRPr>
                <a:solidFill>
                  <a:schemeClr val="accent3">
                    <a:lumOff val="44000"/>
                  </a:schemeClr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sz="725" dirty="0">
                <a:latin typeface="NeueHaasUnicaW06-Light" panose="020B0404030206020203" pitchFamily="34" charset="0"/>
              </a:rPr>
              <a:t>08021 Barcelona, Spain</a:t>
            </a:r>
          </a:p>
          <a:p>
            <a:pPr defTabSz="497739">
              <a:defRPr>
                <a:solidFill>
                  <a:schemeClr val="accent3">
                    <a:lumOff val="44000"/>
                  </a:schemeClr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sz="725" dirty="0">
                <a:latin typeface="NeueHaasUnicaW06-Light" panose="020B0404030206020203" pitchFamily="34" charset="0"/>
              </a:rPr>
              <a:t>T. + 34 932 411 670</a:t>
            </a:r>
          </a:p>
        </p:txBody>
      </p:sp>
      <p:sp>
        <p:nvSpPr>
          <p:cNvPr id="14" name="Madrid…">
            <a:extLst>
              <a:ext uri="{FF2B5EF4-FFF2-40B4-BE49-F238E27FC236}">
                <a16:creationId xmlns:a16="http://schemas.microsoft.com/office/drawing/2014/main" id="{C6162756-6FE8-A543-AFFD-40BE9EF10325}"/>
              </a:ext>
            </a:extLst>
          </p:cNvPr>
          <p:cNvSpPr txBox="1"/>
          <p:nvPr/>
        </p:nvSpPr>
        <p:spPr>
          <a:xfrm>
            <a:off x="5320087" y="3313910"/>
            <a:ext cx="1199046" cy="574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 defTabSz="497739">
              <a:lnSpc>
                <a:spcPct val="90000"/>
              </a:lnSpc>
              <a:defRPr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sz="725" dirty="0">
                <a:solidFill>
                  <a:srgbClr val="CFB500"/>
                </a:solidFill>
                <a:latin typeface="NeueHaasUnicaW06-Light" panose="020B0404030206020203" pitchFamily="34" charset="0"/>
              </a:rPr>
              <a:t>Madrid</a:t>
            </a:r>
            <a:br>
              <a:rPr sz="725" dirty="0">
                <a:latin typeface="NeueHaasUnicaW06-Light" panose="020B0404030206020203" pitchFamily="34" charset="0"/>
              </a:rPr>
            </a:br>
            <a:endParaRPr sz="725" dirty="0">
              <a:latin typeface="NeueHaasUnicaW06-Light" panose="020B0404030206020203" pitchFamily="34" charset="0"/>
            </a:endParaRPr>
          </a:p>
          <a:p>
            <a:pPr defTabSz="497739">
              <a:defRPr>
                <a:solidFill>
                  <a:schemeClr val="accent3">
                    <a:lumOff val="44000"/>
                  </a:schemeClr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sz="725" dirty="0">
                <a:latin typeface="NeueHaasUnicaW06-Light" panose="020B0404030206020203" pitchFamily="34" charset="0"/>
              </a:rPr>
              <a:t>C/ </a:t>
            </a:r>
            <a:r>
              <a:rPr sz="725" dirty="0" err="1">
                <a:latin typeface="NeueHaasUnicaW06-Light" panose="020B0404030206020203" pitchFamily="34" charset="0"/>
              </a:rPr>
              <a:t>Agustín</a:t>
            </a:r>
            <a:r>
              <a:rPr sz="725" dirty="0">
                <a:latin typeface="NeueHaasUnicaW06-Light" panose="020B0404030206020203" pitchFamily="34" charset="0"/>
              </a:rPr>
              <a:t> de Betancourt 21</a:t>
            </a:r>
          </a:p>
          <a:p>
            <a:pPr defTabSz="497739">
              <a:defRPr>
                <a:solidFill>
                  <a:schemeClr val="accent3">
                    <a:lumOff val="44000"/>
                  </a:schemeClr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sz="725" dirty="0">
                <a:latin typeface="NeueHaasUnicaW06-Light" panose="020B0404030206020203" pitchFamily="34" charset="0"/>
              </a:rPr>
              <a:t>28003 Madrid, Spain</a:t>
            </a:r>
          </a:p>
          <a:p>
            <a:pPr defTabSz="497739">
              <a:defRPr>
                <a:solidFill>
                  <a:schemeClr val="accent3">
                    <a:lumOff val="44000"/>
                  </a:schemeClr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sz="725" dirty="0">
                <a:latin typeface="NeueHaasUnicaW06-Light" panose="020B0404030206020203" pitchFamily="34" charset="0"/>
              </a:rPr>
              <a:t>T. +34 917 885 316</a:t>
            </a:r>
          </a:p>
        </p:txBody>
      </p:sp>
      <p:sp>
        <p:nvSpPr>
          <p:cNvPr id="15" name="ilvsilver.com…">
            <a:extLst>
              <a:ext uri="{FF2B5EF4-FFF2-40B4-BE49-F238E27FC236}">
                <a16:creationId xmlns:a16="http://schemas.microsoft.com/office/drawing/2014/main" id="{98B173BB-76DA-5743-B8C1-C223EB0FDEE0}"/>
              </a:ext>
            </a:extLst>
          </p:cNvPr>
          <p:cNvSpPr txBox="1"/>
          <p:nvPr/>
        </p:nvSpPr>
        <p:spPr>
          <a:xfrm>
            <a:off x="7896824" y="3682183"/>
            <a:ext cx="761427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 defTabSz="497739">
              <a:defRPr>
                <a:solidFill>
                  <a:schemeClr val="accent3">
                    <a:lumOff val="44000"/>
                  </a:schemeClr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sz="725">
                <a:latin typeface="NeueHaasUnicaW06-Light" panose="020B0404030206020203" pitchFamily="34" charset="0"/>
              </a:rPr>
              <a:t>ilvsilver</a:t>
            </a:r>
            <a:r>
              <a:rPr sz="725" dirty="0" err="1">
                <a:latin typeface="NeueHaasUnicaW06-Light" panose="020B0404030206020203" pitchFamily="34" charset="0"/>
              </a:rPr>
              <a:t>.com</a:t>
            </a:r>
            <a:endParaRPr sz="725" dirty="0">
              <a:latin typeface="NeueHaasUnicaW06-Light" panose="020B0404030206020203" pitchFamily="34" charset="0"/>
            </a:endParaRPr>
          </a:p>
          <a:p>
            <a:pPr defTabSz="497739">
              <a:defRPr>
                <a:solidFill>
                  <a:schemeClr val="accent3">
                    <a:lumOff val="44000"/>
                  </a:schemeClr>
                </a:solidFill>
                <a:latin typeface="Interstate-Light"/>
                <a:ea typeface="Interstate-Light"/>
                <a:cs typeface="Interstate-Light"/>
                <a:sym typeface="Interstate-Light"/>
              </a:defRPr>
            </a:pPr>
            <a:r>
              <a:rPr sz="725">
                <a:latin typeface="NeueHaasUnicaW06-Light" panose="020B0404030206020203" pitchFamily="34" charset="0"/>
              </a:rPr>
              <a:t>info@ilvsilver</a:t>
            </a:r>
            <a:r>
              <a:rPr sz="725" dirty="0" err="1">
                <a:latin typeface="NeueHaasUnicaW06-Light" panose="020B0404030206020203" pitchFamily="34" charset="0"/>
              </a:rPr>
              <a:t>.com</a:t>
            </a:r>
            <a:endParaRPr sz="725" dirty="0">
              <a:latin typeface="NeueHaasUnicaW06-Light" panose="020B0404030206020203" pitchFamily="34" charset="0"/>
            </a:endParaRPr>
          </a:p>
        </p:txBody>
      </p:sp>
      <p:sp>
        <p:nvSpPr>
          <p:cNvPr id="16" name="Línea">
            <a:extLst>
              <a:ext uri="{FF2B5EF4-FFF2-40B4-BE49-F238E27FC236}">
                <a16:creationId xmlns:a16="http://schemas.microsoft.com/office/drawing/2014/main" id="{6EE8A8C8-81E4-3049-B199-49068D0E475E}"/>
              </a:ext>
            </a:extLst>
          </p:cNvPr>
          <p:cNvSpPr/>
          <p:nvPr/>
        </p:nvSpPr>
        <p:spPr>
          <a:xfrm flipV="1">
            <a:off x="7648934" y="3203882"/>
            <a:ext cx="1" cy="756381"/>
          </a:xfrm>
          <a:prstGeom prst="line">
            <a:avLst/>
          </a:prstGeom>
          <a:ln w="6350">
            <a:solidFill>
              <a:schemeClr val="bg2">
                <a:lumMod val="20000"/>
                <a:lumOff val="80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defTabSz="1219126">
              <a:lnSpc>
                <a:spcPct val="90000"/>
              </a:lnSpc>
              <a:spcBef>
                <a:spcPts val="2250"/>
              </a:spcBef>
              <a:defRPr sz="3400">
                <a:latin typeface="Helvetica Neue"/>
                <a:ea typeface="Helvetica Neue"/>
                <a:cs typeface="Helvetica Neue"/>
                <a:sym typeface="Helvetica Neue"/>
              </a:defRPr>
            </a:pPr>
            <a:endParaRPr sz="2391"/>
          </a:p>
        </p:txBody>
      </p:sp>
      <p:sp>
        <p:nvSpPr>
          <p:cNvPr id="17" name="Línea">
            <a:extLst>
              <a:ext uri="{FF2B5EF4-FFF2-40B4-BE49-F238E27FC236}">
                <a16:creationId xmlns:a16="http://schemas.microsoft.com/office/drawing/2014/main" id="{EFD6119B-8173-DA44-B39F-6C0D6411880E}"/>
              </a:ext>
            </a:extLst>
          </p:cNvPr>
          <p:cNvSpPr/>
          <p:nvPr/>
        </p:nvSpPr>
        <p:spPr>
          <a:xfrm flipV="1">
            <a:off x="5028361" y="3203882"/>
            <a:ext cx="1" cy="756381"/>
          </a:xfrm>
          <a:prstGeom prst="line">
            <a:avLst/>
          </a:prstGeom>
          <a:ln w="6350">
            <a:solidFill>
              <a:schemeClr val="tx1"/>
            </a:solidFill>
            <a:miter lim="400000"/>
          </a:ln>
        </p:spPr>
        <p:txBody>
          <a:bodyPr lIns="19050" tIns="19050" rIns="19050" bIns="19050" anchor="ctr"/>
          <a:lstStyle/>
          <a:p>
            <a:pPr defTabSz="1219126">
              <a:lnSpc>
                <a:spcPct val="90000"/>
              </a:lnSpc>
              <a:spcBef>
                <a:spcPts val="2250"/>
              </a:spcBef>
              <a:defRPr sz="3400">
                <a:latin typeface="Helvetica Neue"/>
                <a:ea typeface="Helvetica Neue"/>
                <a:cs typeface="Helvetica Neue"/>
                <a:sym typeface="Helvetica Neue"/>
              </a:defRPr>
            </a:pPr>
            <a:endParaRPr sz="2391"/>
          </a:p>
        </p:txBody>
      </p:sp>
      <p:pic>
        <p:nvPicPr>
          <p:cNvPr id="18" name="Imagen" descr="Imagen">
            <a:extLst>
              <a:ext uri="{FF2B5EF4-FFF2-40B4-BE49-F238E27FC236}">
                <a16:creationId xmlns:a16="http://schemas.microsoft.com/office/drawing/2014/main" id="{4D715D75-D903-B440-A82D-5429F1F1E85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6824" y="3263872"/>
            <a:ext cx="220876" cy="1968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Imagen" descr="Imagen">
            <a:extLst>
              <a:ext uri="{FF2B5EF4-FFF2-40B4-BE49-F238E27FC236}">
                <a16:creationId xmlns:a16="http://schemas.microsoft.com/office/drawing/2014/main" id="{9BD50033-4D19-9A42-85A4-AFD7D0F10A7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3197" y="2467860"/>
            <a:ext cx="1563022" cy="34935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06314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hite 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0833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BD032A-0891-3945-82C4-8440ECE43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NeueHaasUnicaW06-Light" panose="020B0404030206020203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8459E8-761A-6042-BCED-205E599BB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NeueHaasUnicaW06-Bold" panose="020B0804030206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83F1A1-5B27-2C48-A285-EC6F97744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2D234-228A-D34C-874B-643DDC79AE95}" type="datetimeFigureOut">
              <a:rPr lang="es-ES" smtClean="0"/>
              <a:t>22/02/2021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A00A65-435C-FC4A-A885-DBD294F79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6F796B-A611-7042-AE78-AF64684C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AC85-C44E-C14D-A1DF-011089804B1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010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876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</p:sldLayoutIdLst>
  <p:transition spd="med"/>
  <p:txStyles>
    <p:titleStyle>
      <a:lvl1pPr marL="0" marR="0" indent="0" algn="l" defTabSz="8992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rgbClr val="000000"/>
          </a:solidFill>
          <a:uFillTx/>
          <a:latin typeface="Neue Haas Unica W06 Light"/>
          <a:ea typeface="Neue Haas Unica W06 Light"/>
          <a:cs typeface="Neue Haas Unica W06 Light"/>
          <a:sym typeface="Neue Haas Unica W06 Light"/>
        </a:defRPr>
      </a:lvl1pPr>
      <a:lvl2pPr marL="0" marR="0" indent="0" algn="l" defTabSz="8992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rgbClr val="000000"/>
          </a:solidFill>
          <a:uFillTx/>
          <a:latin typeface="Neue Haas Unica W06 Light"/>
          <a:ea typeface="Neue Haas Unica W06 Light"/>
          <a:cs typeface="Neue Haas Unica W06 Light"/>
          <a:sym typeface="Neue Haas Unica W06 Light"/>
        </a:defRPr>
      </a:lvl2pPr>
      <a:lvl3pPr marL="0" marR="0" indent="0" algn="l" defTabSz="8992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rgbClr val="000000"/>
          </a:solidFill>
          <a:uFillTx/>
          <a:latin typeface="Neue Haas Unica W06 Light"/>
          <a:ea typeface="Neue Haas Unica W06 Light"/>
          <a:cs typeface="Neue Haas Unica W06 Light"/>
          <a:sym typeface="Neue Haas Unica W06 Light"/>
        </a:defRPr>
      </a:lvl3pPr>
      <a:lvl4pPr marL="0" marR="0" indent="0" algn="l" defTabSz="8992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rgbClr val="000000"/>
          </a:solidFill>
          <a:uFillTx/>
          <a:latin typeface="Neue Haas Unica W06 Light"/>
          <a:ea typeface="Neue Haas Unica W06 Light"/>
          <a:cs typeface="Neue Haas Unica W06 Light"/>
          <a:sym typeface="Neue Haas Unica W06 Light"/>
        </a:defRPr>
      </a:lvl4pPr>
      <a:lvl5pPr marL="0" marR="0" indent="0" algn="l" defTabSz="8992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rgbClr val="000000"/>
          </a:solidFill>
          <a:uFillTx/>
          <a:latin typeface="Neue Haas Unica W06 Light"/>
          <a:ea typeface="Neue Haas Unica W06 Light"/>
          <a:cs typeface="Neue Haas Unica W06 Light"/>
          <a:sym typeface="Neue Haas Unica W06 Light"/>
        </a:defRPr>
      </a:lvl5pPr>
      <a:lvl6pPr marL="0" marR="0" indent="321457" algn="l" defTabSz="8992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rgbClr val="000000"/>
          </a:solidFill>
          <a:uFillTx/>
          <a:latin typeface="Neue Haas Unica W06 Light"/>
          <a:ea typeface="Neue Haas Unica W06 Light"/>
          <a:cs typeface="Neue Haas Unica W06 Light"/>
          <a:sym typeface="Neue Haas Unica W06 Light"/>
        </a:defRPr>
      </a:lvl6pPr>
      <a:lvl7pPr marL="0" marR="0" indent="642915" algn="l" defTabSz="8992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rgbClr val="000000"/>
          </a:solidFill>
          <a:uFillTx/>
          <a:latin typeface="Neue Haas Unica W06 Light"/>
          <a:ea typeface="Neue Haas Unica W06 Light"/>
          <a:cs typeface="Neue Haas Unica W06 Light"/>
          <a:sym typeface="Neue Haas Unica W06 Light"/>
        </a:defRPr>
      </a:lvl7pPr>
      <a:lvl8pPr marL="0" marR="0" indent="964372" algn="l" defTabSz="8992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rgbClr val="000000"/>
          </a:solidFill>
          <a:uFillTx/>
          <a:latin typeface="Neue Haas Unica W06 Light"/>
          <a:ea typeface="Neue Haas Unica W06 Light"/>
          <a:cs typeface="Neue Haas Unica W06 Light"/>
          <a:sym typeface="Neue Haas Unica W06 Light"/>
        </a:defRPr>
      </a:lvl8pPr>
      <a:lvl9pPr marL="0" marR="0" indent="1285829" algn="l" defTabSz="8992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rgbClr val="000000"/>
          </a:solidFill>
          <a:uFillTx/>
          <a:latin typeface="Neue Haas Unica W06 Light"/>
          <a:ea typeface="Neue Haas Unica W06 Light"/>
          <a:cs typeface="Neue Haas Unica W06 Light"/>
          <a:sym typeface="Neue Haas Unica W06 Light"/>
        </a:defRPr>
      </a:lvl9pPr>
    </p:titleStyle>
    <p:bodyStyle>
      <a:lvl1pPr marL="196446" marR="0" indent="-196446" algn="l" defTabSz="899240" rtl="0" eaLnBrk="1" latinLnBrk="0" hangingPunct="1">
        <a:lnSpc>
          <a:spcPct val="104999"/>
        </a:lnSpc>
        <a:spcBef>
          <a:spcPts val="422"/>
        </a:spcBef>
        <a:spcAft>
          <a:spcPts val="0"/>
        </a:spcAft>
        <a:buClrTx/>
        <a:buSzPct val="100000"/>
        <a:buFontTx/>
        <a:buChar char="▪"/>
        <a:tabLst/>
        <a:defRPr sz="773" b="0" i="0" u="none" strike="noStrike" cap="none" spc="0" baseline="0">
          <a:solidFill>
            <a:srgbClr val="000000"/>
          </a:solidFill>
          <a:uFillTx/>
          <a:latin typeface="Century Gothic"/>
          <a:ea typeface="Century Gothic"/>
          <a:cs typeface="Century Gothic"/>
          <a:sym typeface="Century Gothic"/>
        </a:defRPr>
      </a:lvl1pPr>
      <a:lvl2pPr marL="436175" marR="0" indent="-195082" algn="l" defTabSz="899240" rtl="0" eaLnBrk="1" latinLnBrk="0" hangingPunct="1">
        <a:lnSpc>
          <a:spcPct val="104999"/>
        </a:lnSpc>
        <a:spcBef>
          <a:spcPts val="422"/>
        </a:spcBef>
        <a:spcAft>
          <a:spcPts val="0"/>
        </a:spcAft>
        <a:buClrTx/>
        <a:buSzPct val="100000"/>
        <a:buFontTx/>
        <a:buChar char="–"/>
        <a:tabLst/>
        <a:defRPr sz="773" b="0" i="0" u="none" strike="noStrike" cap="none" spc="0" baseline="0">
          <a:solidFill>
            <a:srgbClr val="000000"/>
          </a:solidFill>
          <a:uFillTx/>
          <a:latin typeface="Century Gothic"/>
          <a:ea typeface="Century Gothic"/>
          <a:cs typeface="Century Gothic"/>
          <a:sym typeface="Century Gothic"/>
        </a:defRPr>
      </a:lvl2pPr>
      <a:lvl3pPr marL="686817" marR="0" indent="-204631" algn="l" defTabSz="899240" rtl="0" eaLnBrk="1" latinLnBrk="0" hangingPunct="1">
        <a:lnSpc>
          <a:spcPct val="104999"/>
        </a:lnSpc>
        <a:spcBef>
          <a:spcPts val="422"/>
        </a:spcBef>
        <a:spcAft>
          <a:spcPts val="0"/>
        </a:spcAft>
        <a:buClrTx/>
        <a:buSzPct val="100000"/>
        <a:buFontTx/>
        <a:buChar char="•"/>
        <a:tabLst/>
        <a:defRPr sz="773" b="0" i="0" u="none" strike="noStrike" cap="none" spc="0" baseline="0">
          <a:solidFill>
            <a:srgbClr val="000000"/>
          </a:solidFill>
          <a:uFillTx/>
          <a:latin typeface="Century Gothic"/>
          <a:ea typeface="Century Gothic"/>
          <a:cs typeface="Century Gothic"/>
          <a:sym typeface="Century Gothic"/>
        </a:defRPr>
      </a:lvl3pPr>
      <a:lvl4pPr marL="927786" marR="0" indent="-197810" algn="l" defTabSz="899240" rtl="0" eaLnBrk="1" latinLnBrk="0" hangingPunct="1">
        <a:lnSpc>
          <a:spcPct val="104999"/>
        </a:lnSpc>
        <a:spcBef>
          <a:spcPts val="422"/>
        </a:spcBef>
        <a:spcAft>
          <a:spcPts val="0"/>
        </a:spcAft>
        <a:buClrTx/>
        <a:buSzPct val="100000"/>
        <a:buFontTx/>
        <a:buChar char="&gt;"/>
        <a:tabLst/>
        <a:defRPr sz="773" b="0" i="0" u="none" strike="noStrike" cap="none" spc="0" baseline="0">
          <a:solidFill>
            <a:srgbClr val="000000"/>
          </a:solidFill>
          <a:uFillTx/>
          <a:latin typeface="Century Gothic"/>
          <a:ea typeface="Century Gothic"/>
          <a:cs typeface="Century Gothic"/>
          <a:sym typeface="Century Gothic"/>
        </a:defRPr>
      </a:lvl4pPr>
      <a:lvl5pPr marL="1168631" marR="0" indent="-196445" algn="l" defTabSz="899240" rtl="0" eaLnBrk="1" latinLnBrk="0" hangingPunct="1">
        <a:lnSpc>
          <a:spcPct val="104999"/>
        </a:lnSpc>
        <a:spcBef>
          <a:spcPts val="422"/>
        </a:spcBef>
        <a:spcAft>
          <a:spcPts val="0"/>
        </a:spcAft>
        <a:buClrTx/>
        <a:buSzPct val="100000"/>
        <a:buFontTx/>
        <a:buChar char="»"/>
        <a:tabLst/>
        <a:defRPr sz="773" b="0" i="0" u="none" strike="noStrike" cap="none" spc="0" baseline="0">
          <a:solidFill>
            <a:srgbClr val="000000"/>
          </a:solidFill>
          <a:uFillTx/>
          <a:latin typeface="Century Gothic"/>
          <a:ea typeface="Century Gothic"/>
          <a:cs typeface="Century Gothic"/>
          <a:sym typeface="Century Gothic"/>
        </a:defRPr>
      </a:lvl5pPr>
      <a:lvl6pPr marL="1490089" marR="0" indent="-196446" algn="l" defTabSz="899240" rtl="0" eaLnBrk="1" latinLnBrk="0" hangingPunct="1">
        <a:lnSpc>
          <a:spcPct val="104999"/>
        </a:lnSpc>
        <a:spcBef>
          <a:spcPts val="422"/>
        </a:spcBef>
        <a:spcAft>
          <a:spcPts val="0"/>
        </a:spcAft>
        <a:buClrTx/>
        <a:buSzPct val="100000"/>
        <a:buFontTx/>
        <a:buChar char="»"/>
        <a:tabLst/>
        <a:defRPr sz="773" b="0" i="0" u="none" strike="noStrike" cap="none" spc="0" baseline="0">
          <a:solidFill>
            <a:srgbClr val="000000"/>
          </a:solidFill>
          <a:uFillTx/>
          <a:latin typeface="Century Gothic"/>
          <a:ea typeface="Century Gothic"/>
          <a:cs typeface="Century Gothic"/>
          <a:sym typeface="Century Gothic"/>
        </a:defRPr>
      </a:lvl6pPr>
      <a:lvl7pPr marL="1811546" marR="0" indent="-196446" algn="l" defTabSz="899240" rtl="0" eaLnBrk="1" latinLnBrk="0" hangingPunct="1">
        <a:lnSpc>
          <a:spcPct val="104999"/>
        </a:lnSpc>
        <a:spcBef>
          <a:spcPts val="422"/>
        </a:spcBef>
        <a:spcAft>
          <a:spcPts val="0"/>
        </a:spcAft>
        <a:buClrTx/>
        <a:buSzPct val="100000"/>
        <a:buFontTx/>
        <a:buChar char="»"/>
        <a:tabLst/>
        <a:defRPr sz="773" b="0" i="0" u="none" strike="noStrike" cap="none" spc="0" baseline="0">
          <a:solidFill>
            <a:srgbClr val="000000"/>
          </a:solidFill>
          <a:uFillTx/>
          <a:latin typeface="Century Gothic"/>
          <a:ea typeface="Century Gothic"/>
          <a:cs typeface="Century Gothic"/>
          <a:sym typeface="Century Gothic"/>
        </a:defRPr>
      </a:lvl7pPr>
      <a:lvl8pPr marL="2133004" marR="0" indent="-196446" algn="l" defTabSz="899240" rtl="0" eaLnBrk="1" latinLnBrk="0" hangingPunct="1">
        <a:lnSpc>
          <a:spcPct val="104999"/>
        </a:lnSpc>
        <a:spcBef>
          <a:spcPts val="422"/>
        </a:spcBef>
        <a:spcAft>
          <a:spcPts val="0"/>
        </a:spcAft>
        <a:buClrTx/>
        <a:buSzPct val="100000"/>
        <a:buFontTx/>
        <a:buChar char="»"/>
        <a:tabLst/>
        <a:defRPr sz="773" b="0" i="0" u="none" strike="noStrike" cap="none" spc="0" baseline="0">
          <a:solidFill>
            <a:srgbClr val="000000"/>
          </a:solidFill>
          <a:uFillTx/>
          <a:latin typeface="Century Gothic"/>
          <a:ea typeface="Century Gothic"/>
          <a:cs typeface="Century Gothic"/>
          <a:sym typeface="Century Gothic"/>
        </a:defRPr>
      </a:lvl8pPr>
      <a:lvl9pPr marL="2454460" marR="0" indent="-196446" algn="l" defTabSz="899240" rtl="0" eaLnBrk="1" latinLnBrk="0" hangingPunct="1">
        <a:lnSpc>
          <a:spcPct val="104999"/>
        </a:lnSpc>
        <a:spcBef>
          <a:spcPts val="422"/>
        </a:spcBef>
        <a:spcAft>
          <a:spcPts val="0"/>
        </a:spcAft>
        <a:buClrTx/>
        <a:buSzPct val="100000"/>
        <a:buFontTx/>
        <a:buChar char="»"/>
        <a:tabLst/>
        <a:defRPr sz="773" b="0" i="0" u="none" strike="noStrike" cap="none" spc="0" baseline="0">
          <a:solidFill>
            <a:srgbClr val="000000"/>
          </a:solidFill>
          <a:uFillTx/>
          <a:latin typeface="Century Gothic"/>
          <a:ea typeface="Century Gothic"/>
          <a:cs typeface="Century Gothic"/>
          <a:sym typeface="Century Gothic"/>
        </a:defRPr>
      </a:lvl9pPr>
    </p:bodyStyle>
    <p:otherStyle>
      <a:lvl1pPr marL="0" marR="0" indent="0" algn="ctr" defTabSz="8067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3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1pPr>
      <a:lvl2pPr marL="0" marR="0" indent="321457" algn="ctr" defTabSz="8067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3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2pPr>
      <a:lvl3pPr marL="0" marR="0" indent="642915" algn="ctr" defTabSz="8067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3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3pPr>
      <a:lvl4pPr marL="0" marR="0" indent="964372" algn="ctr" defTabSz="8067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3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4pPr>
      <a:lvl5pPr marL="0" marR="0" indent="1285829" algn="ctr" defTabSz="8067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3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5pPr>
      <a:lvl6pPr marL="0" marR="0" indent="1607287" algn="ctr" defTabSz="8067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3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6pPr>
      <a:lvl7pPr marL="0" marR="0" indent="1928744" algn="ctr" defTabSz="8067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3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7pPr>
      <a:lvl8pPr marL="0" marR="0" indent="2250201" algn="ctr" defTabSz="8067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3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8pPr>
      <a:lvl9pPr marL="0" marR="0" indent="2571659" algn="ctr" defTabSz="80679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3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15.png"/><Relationship Id="rId5" Type="http://schemas.openxmlformats.org/officeDocument/2006/relationships/image" Target="../media/image32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3D7FD08-843F-1E47-8BA0-F0C54F182621}"/>
              </a:ext>
            </a:extLst>
          </p:cNvPr>
          <p:cNvSpPr txBox="1"/>
          <p:nvPr/>
        </p:nvSpPr>
        <p:spPr>
          <a:xfrm>
            <a:off x="611390" y="406624"/>
            <a:ext cx="4320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/>
                </a:solidFill>
                <a:latin typeface="NeueHaasUnicaW06-Bold" panose="020B0804030206020203" pitchFamily="34" charset="0"/>
              </a:rPr>
              <a:t>Brand </a:t>
            </a:r>
            <a:r>
              <a:rPr lang="es-ES" sz="1200" dirty="0" err="1">
                <a:solidFill>
                  <a:schemeClr val="tx1"/>
                </a:solidFill>
                <a:latin typeface="NeueHaasUnicaW06-Bold" panose="020B0804030206020203" pitchFamily="34" charset="0"/>
              </a:rPr>
              <a:t>Guidelines</a:t>
            </a:r>
            <a:r>
              <a:rPr lang="es-ES" sz="1200" dirty="0">
                <a:solidFill>
                  <a:schemeClr val="tx1"/>
                </a:solidFill>
                <a:latin typeface="NeueHaasUnicaW06-Bold" panose="020B0804030206020203" pitchFamily="34" charset="0"/>
              </a:rPr>
              <a:t>: </a:t>
            </a:r>
            <a:r>
              <a:rPr lang="es-ES" sz="1200" dirty="0" err="1">
                <a:solidFill>
                  <a:schemeClr val="tx1"/>
                </a:solidFill>
                <a:latin typeface="NeueHaasUnicaW06-Bold" panose="020B0804030206020203" pitchFamily="34" charset="0"/>
              </a:rPr>
              <a:t>Colour</a:t>
            </a:r>
            <a:r>
              <a:rPr lang="es-ES" sz="1200" dirty="0">
                <a:solidFill>
                  <a:schemeClr val="tx1"/>
                </a:solidFill>
                <a:latin typeface="NeueHaasUnicaW06-Bold" panose="020B0804030206020203" pitchFamily="34" charset="0"/>
              </a:rPr>
              <a:t> </a:t>
            </a:r>
            <a:r>
              <a:rPr lang="es-ES" sz="1200" dirty="0" err="1">
                <a:solidFill>
                  <a:schemeClr val="tx1"/>
                </a:solidFill>
                <a:latin typeface="NeueHaasUnicaW06-Bold" panose="020B0804030206020203" pitchFamily="34" charset="0"/>
              </a:rPr>
              <a:t>Palette</a:t>
            </a:r>
            <a:endParaRPr lang="es-ES" sz="1200" dirty="0">
              <a:solidFill>
                <a:schemeClr val="tx1"/>
              </a:solidFill>
              <a:latin typeface="NeueHaasUnicaW06-Bold" panose="020B0804030206020203" pitchFamily="34" charset="0"/>
            </a:endParaRPr>
          </a:p>
        </p:txBody>
      </p:sp>
      <p:pic>
        <p:nvPicPr>
          <p:cNvPr id="8" name="Imagen" descr="Imagen">
            <a:extLst>
              <a:ext uri="{FF2B5EF4-FFF2-40B4-BE49-F238E27FC236}">
                <a16:creationId xmlns:a16="http://schemas.microsoft.com/office/drawing/2014/main" id="{045DCE58-EEBB-0B4B-BA0B-CF84DF3B94B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80775" y="428313"/>
            <a:ext cx="166072" cy="198313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91FF525-78F8-B341-A55D-5BCDFEB6436C}"/>
              </a:ext>
            </a:extLst>
          </p:cNvPr>
          <p:cNvCxnSpPr>
            <a:cxnSpLocks/>
          </p:cNvCxnSpPr>
          <p:nvPr/>
        </p:nvCxnSpPr>
        <p:spPr>
          <a:xfrm>
            <a:off x="695325" y="699978"/>
            <a:ext cx="10793290" cy="0"/>
          </a:xfrm>
          <a:prstGeom prst="line">
            <a:avLst/>
          </a:prstGeom>
          <a:ln w="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B0DE1F36-F84C-4E47-9A3A-79FD1B3BCA22}"/>
                  </a:ext>
                </a:extLst>
              </p14:cNvPr>
              <p14:cNvContentPartPr/>
              <p14:nvPr/>
            </p14:nvContentPartPr>
            <p14:xfrm>
              <a:off x="1288538" y="-353931"/>
              <a:ext cx="360" cy="360"/>
            </p14:xfrm>
          </p:contentPart>
        </mc:Choice>
        <mc:Fallback xmlns=""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B0DE1F36-F84C-4E47-9A3A-79FD1B3BCA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9538" y="-36293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Imagen 9">
            <a:extLst>
              <a:ext uri="{FF2B5EF4-FFF2-40B4-BE49-F238E27FC236}">
                <a16:creationId xmlns:a16="http://schemas.microsoft.com/office/drawing/2014/main" id="{4C1F7187-B66D-964D-9516-C89458E1E1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390" y="1254367"/>
            <a:ext cx="9203824" cy="5490557"/>
          </a:xfrm>
          <a:prstGeom prst="rect">
            <a:avLst/>
          </a:prstGeom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6340515A-A2B0-DA45-8A82-DF8599C1B039}"/>
              </a:ext>
            </a:extLst>
          </p:cNvPr>
          <p:cNvSpPr/>
          <p:nvPr/>
        </p:nvSpPr>
        <p:spPr>
          <a:xfrm>
            <a:off x="743416" y="1570892"/>
            <a:ext cx="902676" cy="902676"/>
          </a:xfrm>
          <a:prstGeom prst="ellipse">
            <a:avLst/>
          </a:prstGeom>
          <a:solidFill>
            <a:srgbClr val="D4BF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374" tIns="57374" rIns="57374" bIns="57374" numCol="1" spcCol="38100" rtlCol="0" anchor="t">
            <a:spAutoFit/>
          </a:bodyPr>
          <a:lstStyle/>
          <a:p>
            <a:pPr marL="0" marR="0" indent="0" algn="l" defTabSz="114748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0CDD7968-8468-DC41-B0FE-1C22AB305A13}"/>
              </a:ext>
            </a:extLst>
          </p:cNvPr>
          <p:cNvSpPr/>
          <p:nvPr/>
        </p:nvSpPr>
        <p:spPr>
          <a:xfrm>
            <a:off x="682601" y="4110644"/>
            <a:ext cx="703383" cy="703383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374" tIns="57374" rIns="57374" bIns="57374" numCol="1" spcCol="38100" rtlCol="0" anchor="t">
            <a:spAutoFit/>
          </a:bodyPr>
          <a:lstStyle/>
          <a:p>
            <a:pPr marL="0" marR="0" indent="0" algn="l" defTabSz="114748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D74E769A-2911-3C46-875C-5E1708CDD66A}"/>
              </a:ext>
            </a:extLst>
          </p:cNvPr>
          <p:cNvSpPr/>
          <p:nvPr/>
        </p:nvSpPr>
        <p:spPr>
          <a:xfrm>
            <a:off x="3544030" y="3999646"/>
            <a:ext cx="703383" cy="703383"/>
          </a:xfrm>
          <a:prstGeom prst="ellipse">
            <a:avLst/>
          </a:prstGeom>
          <a:solidFill>
            <a:srgbClr val="4C89A7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374" tIns="57374" rIns="57374" bIns="57374" numCol="1" spcCol="38100" rtlCol="0" anchor="t">
            <a:spAutoFit/>
          </a:bodyPr>
          <a:lstStyle/>
          <a:p>
            <a:pPr marL="0" marR="0" indent="0" algn="l" defTabSz="114748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1F3CE016-293D-F54B-9D8E-A5FBC4EA3F09}"/>
              </a:ext>
            </a:extLst>
          </p:cNvPr>
          <p:cNvSpPr/>
          <p:nvPr/>
        </p:nvSpPr>
        <p:spPr>
          <a:xfrm>
            <a:off x="6663831" y="4018935"/>
            <a:ext cx="703383" cy="703383"/>
          </a:xfrm>
          <a:prstGeom prst="ellipse">
            <a:avLst/>
          </a:prstGeom>
          <a:solidFill>
            <a:srgbClr val="9ACA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374" tIns="57374" rIns="57374" bIns="57374" numCol="1" spcCol="38100" rtlCol="0" anchor="t">
            <a:spAutoFit/>
          </a:bodyPr>
          <a:lstStyle/>
          <a:p>
            <a:pPr marL="0" marR="0" indent="0" algn="l" defTabSz="114748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09BDC17A-2391-B340-A594-09CC96731F09}"/>
              </a:ext>
            </a:extLst>
          </p:cNvPr>
          <p:cNvSpPr/>
          <p:nvPr/>
        </p:nvSpPr>
        <p:spPr>
          <a:xfrm>
            <a:off x="695324" y="5251939"/>
            <a:ext cx="703383" cy="703383"/>
          </a:xfrm>
          <a:prstGeom prst="ellipse">
            <a:avLst/>
          </a:prstGeom>
          <a:solidFill>
            <a:srgbClr val="ED4C9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374" tIns="57374" rIns="57374" bIns="57374" numCol="1" spcCol="38100" rtlCol="0" anchor="t">
            <a:spAutoFit/>
          </a:bodyPr>
          <a:lstStyle/>
          <a:p>
            <a:pPr marL="0" marR="0" indent="0" algn="l" defTabSz="114748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5738FED0-7511-B94E-A854-412A8B55DDD8}"/>
              </a:ext>
            </a:extLst>
          </p:cNvPr>
          <p:cNvSpPr/>
          <p:nvPr/>
        </p:nvSpPr>
        <p:spPr>
          <a:xfrm>
            <a:off x="3544031" y="5251940"/>
            <a:ext cx="703383" cy="703383"/>
          </a:xfrm>
          <a:prstGeom prst="ellipse">
            <a:avLst/>
          </a:prstGeom>
          <a:solidFill>
            <a:srgbClr val="E08D2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374" tIns="57374" rIns="57374" bIns="57374" numCol="1" spcCol="38100" rtlCol="0" anchor="t">
            <a:spAutoFit/>
          </a:bodyPr>
          <a:lstStyle/>
          <a:p>
            <a:pPr marL="0" marR="0" indent="0" algn="l" defTabSz="114748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47149150"/>
      </p:ext>
    </p:extLst>
  </p:cSld>
  <p:clrMapOvr>
    <a:masterClrMapping/>
  </p:clrMapOvr>
</p:sld>
</file>

<file path=ppt/theme/theme1.xml><?xml version="1.0" encoding="utf-8"?>
<a:theme xmlns:a="http://schemas.openxmlformats.org/drawingml/2006/main" name="ILVSILVER">
  <a:themeElements>
    <a:clrScheme name="1_Report Writer Template (UK general)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8F8F8F"/>
      </a:accent3>
      <a:accent4>
        <a:srgbClr val="707070"/>
      </a:accent4>
      <a:accent5>
        <a:srgbClr val="AAE2CA"/>
      </a:accent5>
      <a:accent6>
        <a:srgbClr val="2D2DB9"/>
      </a:accent6>
      <a:hlink>
        <a:srgbClr val="0000FF"/>
      </a:hlink>
      <a:folHlink>
        <a:srgbClr val="FF00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1_Report Writer Template (UK general)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127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7374" tIns="57374" rIns="57374" bIns="57374" numCol="1" spcCol="38100" rtlCol="0" anchor="t">
        <a:spAutoFit/>
      </a:bodyPr>
      <a:lstStyle>
        <a:defPPr marL="0" marR="0" indent="0" algn="l" defTabSz="114748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entury Gothic"/>
            <a:ea typeface="Century Gothic"/>
            <a:cs typeface="Century Gothic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127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7374" tIns="57374" rIns="57374" bIns="57374" numCol="1" spcCol="38100" rtlCol="0" anchor="t">
        <a:spAutoFit/>
      </a:bodyPr>
      <a:lstStyle>
        <a:defPPr marL="0" marR="0" indent="0" algn="l" defTabSz="114748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entury Gothic"/>
            <a:ea typeface="Century Gothic"/>
            <a:cs typeface="Century Gothic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ILVSILVER" id="{2406337F-09A3-754B-B27A-5E1F55389047}" vid="{DE0246F3-0B57-8E4B-A9EF-0F343B561A8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ILVSILVER</Template>
  <TotalTime>797</TotalTime>
  <Words>6</Words>
  <Application>Microsoft Office PowerPoint</Application>
  <PresentationFormat>Panorámica</PresentationFormat>
  <Paragraphs>2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4" baseType="lpstr">
      <vt:lpstr>Avenir Next Regular</vt:lpstr>
      <vt:lpstr>Calibri</vt:lpstr>
      <vt:lpstr>Century Gothic</vt:lpstr>
      <vt:lpstr>Helvetica Neue</vt:lpstr>
      <vt:lpstr>Interstate ExLight</vt:lpstr>
      <vt:lpstr>Interstate Light</vt:lpstr>
      <vt:lpstr>Interstate-Light</vt:lpstr>
      <vt:lpstr>Interstate-RegularN</vt:lpstr>
      <vt:lpstr>Neue Haas Unica W06 Light</vt:lpstr>
      <vt:lpstr>Neue Haas Unica W1G Light</vt:lpstr>
      <vt:lpstr>NeueHaasUnicaW06-Bold</vt:lpstr>
      <vt:lpstr>NeueHaasUnicaW06-Light</vt:lpstr>
      <vt:lpstr>ILVSILVER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maria cruz parayre</dc:creator>
  <cp:lastModifiedBy>Jeff Singer</cp:lastModifiedBy>
  <cp:revision>20</cp:revision>
  <dcterms:created xsi:type="dcterms:W3CDTF">2021-02-18T08:18:35Z</dcterms:created>
  <dcterms:modified xsi:type="dcterms:W3CDTF">2021-02-22T17:42:30Z</dcterms:modified>
</cp:coreProperties>
</file>